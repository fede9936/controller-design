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3A8FC1-0418-4C52-B852-F65FF6F71283}" v="32" dt="2025-10-11T09:24:03.501"/>
    <p1510:client id="{7EC91AD0-C4BA-4F73-B943-0241CE9C142B}" v="440" dt="2025-10-11T11:11:11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2971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derico De Mita" userId="6ce638df-d46f-4fb8-b9fa-d85fcdec2cd5" providerId="ADAL" clId="{08362040-18E5-4911-871A-90A5BB37375A}"/>
    <pc:docChg chg="undo custSel addSld delSld modSld">
      <pc:chgData name="Federico De Mita" userId="6ce638df-d46f-4fb8-b9fa-d85fcdec2cd5" providerId="ADAL" clId="{08362040-18E5-4911-871A-90A5BB37375A}" dt="2025-10-11T11:11:11.724" v="3123"/>
      <pc:docMkLst>
        <pc:docMk/>
      </pc:docMkLst>
      <pc:sldChg chg="modSp mod">
        <pc:chgData name="Federico De Mita" userId="6ce638df-d46f-4fb8-b9fa-d85fcdec2cd5" providerId="ADAL" clId="{08362040-18E5-4911-871A-90A5BB37375A}" dt="2025-10-11T11:09:48.103" v="3101" actId="1076"/>
        <pc:sldMkLst>
          <pc:docMk/>
          <pc:sldMk cId="2491019271" sldId="256"/>
        </pc:sldMkLst>
        <pc:spChg chg="mod">
          <ac:chgData name="Federico De Mita" userId="6ce638df-d46f-4fb8-b9fa-d85fcdec2cd5" providerId="ADAL" clId="{08362040-18E5-4911-871A-90A5BB37375A}" dt="2025-10-11T09:29:01.142" v="20" actId="20577"/>
          <ac:spMkLst>
            <pc:docMk/>
            <pc:sldMk cId="2491019271" sldId="256"/>
            <ac:spMk id="2" creationId="{F1190EAC-756A-60B6-38CA-FEA221960A0A}"/>
          </ac:spMkLst>
        </pc:spChg>
        <pc:spChg chg="mod">
          <ac:chgData name="Federico De Mita" userId="6ce638df-d46f-4fb8-b9fa-d85fcdec2cd5" providerId="ADAL" clId="{08362040-18E5-4911-871A-90A5BB37375A}" dt="2025-10-11T09:29:41.099" v="89" actId="20577"/>
          <ac:spMkLst>
            <pc:docMk/>
            <pc:sldMk cId="2491019271" sldId="256"/>
            <ac:spMk id="3" creationId="{7D8C6B3A-051D-D11E-4616-09A53BDD142B}"/>
          </ac:spMkLst>
        </pc:spChg>
        <pc:spChg chg="mod">
          <ac:chgData name="Federico De Mita" userId="6ce638df-d46f-4fb8-b9fa-d85fcdec2cd5" providerId="ADAL" clId="{08362040-18E5-4911-871A-90A5BB37375A}" dt="2025-10-11T11:09:48.103" v="3101" actId="1076"/>
          <ac:spMkLst>
            <pc:docMk/>
            <pc:sldMk cId="2491019271" sldId="256"/>
            <ac:spMk id="5" creationId="{D8FF91B6-526A-391E-8A13-F0DE0ACCC936}"/>
          </ac:spMkLst>
        </pc:spChg>
        <pc:spChg chg="mod">
          <ac:chgData name="Federico De Mita" userId="6ce638df-d46f-4fb8-b9fa-d85fcdec2cd5" providerId="ADAL" clId="{08362040-18E5-4911-871A-90A5BB37375A}" dt="2025-10-11T11:09:42.064" v="3099" actId="14100"/>
          <ac:spMkLst>
            <pc:docMk/>
            <pc:sldMk cId="2491019271" sldId="256"/>
            <ac:spMk id="6" creationId="{3E386A1C-5B8D-4356-0704-541B778073F5}"/>
          </ac:spMkLst>
        </pc:spChg>
      </pc:sldChg>
      <pc:sldChg chg="del">
        <pc:chgData name="Federico De Mita" userId="6ce638df-d46f-4fb8-b9fa-d85fcdec2cd5" providerId="ADAL" clId="{08362040-18E5-4911-871A-90A5BB37375A}" dt="2025-10-11T09:30:00.499" v="91" actId="47"/>
        <pc:sldMkLst>
          <pc:docMk/>
          <pc:sldMk cId="3817345829" sldId="258"/>
        </pc:sldMkLst>
      </pc:sldChg>
      <pc:sldChg chg="addSp delSp modSp new mod">
        <pc:chgData name="Federico De Mita" userId="6ce638df-d46f-4fb8-b9fa-d85fcdec2cd5" providerId="ADAL" clId="{08362040-18E5-4911-871A-90A5BB37375A}" dt="2025-10-11T11:09:56.217" v="3105"/>
        <pc:sldMkLst>
          <pc:docMk/>
          <pc:sldMk cId="3199336296" sldId="259"/>
        </pc:sldMkLst>
        <pc:spChg chg="mod">
          <ac:chgData name="Federico De Mita" userId="6ce638df-d46f-4fb8-b9fa-d85fcdec2cd5" providerId="ADAL" clId="{08362040-18E5-4911-871A-90A5BB37375A}" dt="2025-10-11T09:34:09.695" v="178" actId="14100"/>
          <ac:spMkLst>
            <pc:docMk/>
            <pc:sldMk cId="3199336296" sldId="259"/>
            <ac:spMk id="2" creationId="{9B30E08B-F779-A8D8-4857-18AE607A146F}"/>
          </ac:spMkLst>
        </pc:spChg>
        <pc:spChg chg="mod">
          <ac:chgData name="Federico De Mita" userId="6ce638df-d46f-4fb8-b9fa-d85fcdec2cd5" providerId="ADAL" clId="{08362040-18E5-4911-871A-90A5BB37375A}" dt="2025-10-11T09:55:02.898" v="638" actId="20577"/>
          <ac:spMkLst>
            <pc:docMk/>
            <pc:sldMk cId="3199336296" sldId="259"/>
            <ac:spMk id="3" creationId="{616A8F45-0137-9670-0923-3C7C7D97EBC6}"/>
          </ac:spMkLst>
        </pc:spChg>
        <pc:spChg chg="del">
          <ac:chgData name="Federico De Mita" userId="6ce638df-d46f-4fb8-b9fa-d85fcdec2cd5" providerId="ADAL" clId="{08362040-18E5-4911-871A-90A5BB37375A}" dt="2025-10-11T11:09:55.779" v="3104" actId="478"/>
          <ac:spMkLst>
            <pc:docMk/>
            <pc:sldMk cId="3199336296" sldId="259"/>
            <ac:spMk id="5" creationId="{67AEA230-39DC-E4BE-A801-22A09A753871}"/>
          </ac:spMkLst>
        </pc:spChg>
        <pc:spChg chg="add mod">
          <ac:chgData name="Federico De Mita" userId="6ce638df-d46f-4fb8-b9fa-d85fcdec2cd5" providerId="ADAL" clId="{08362040-18E5-4911-871A-90A5BB37375A}" dt="2025-10-11T09:36:48.267" v="244"/>
          <ac:spMkLst>
            <pc:docMk/>
            <pc:sldMk cId="3199336296" sldId="259"/>
            <ac:spMk id="7" creationId="{293602FC-A3F1-8FDD-0D48-7E453CE1A8A0}"/>
          </ac:spMkLst>
        </pc:spChg>
        <pc:spChg chg="add mod">
          <ac:chgData name="Federico De Mita" userId="6ce638df-d46f-4fb8-b9fa-d85fcdec2cd5" providerId="ADAL" clId="{08362040-18E5-4911-871A-90A5BB37375A}" dt="2025-10-11T11:09:54.733" v="3103"/>
          <ac:spMkLst>
            <pc:docMk/>
            <pc:sldMk cId="3199336296" sldId="259"/>
            <ac:spMk id="8" creationId="{28DE457B-B95E-465D-BDD8-99E15EAD6DC3}"/>
          </ac:spMkLst>
        </pc:spChg>
        <pc:spChg chg="add mod">
          <ac:chgData name="Federico De Mita" userId="6ce638df-d46f-4fb8-b9fa-d85fcdec2cd5" providerId="ADAL" clId="{08362040-18E5-4911-871A-90A5BB37375A}" dt="2025-10-11T11:09:56.217" v="3105"/>
          <ac:spMkLst>
            <pc:docMk/>
            <pc:sldMk cId="3199336296" sldId="259"/>
            <ac:spMk id="9" creationId="{8C079E31-6EBD-DDF9-5DF5-5F79F389E497}"/>
          </ac:spMkLst>
        </pc:spChg>
      </pc:sldChg>
      <pc:sldChg chg="addSp delSp modSp add mod">
        <pc:chgData name="Federico De Mita" userId="6ce638df-d46f-4fb8-b9fa-d85fcdec2cd5" providerId="ADAL" clId="{08362040-18E5-4911-871A-90A5BB37375A}" dt="2025-10-11T11:10:04.111" v="3109"/>
        <pc:sldMkLst>
          <pc:docMk/>
          <pc:sldMk cId="2438166315" sldId="260"/>
        </pc:sldMkLst>
        <pc:spChg chg="mod">
          <ac:chgData name="Federico De Mita" userId="6ce638df-d46f-4fb8-b9fa-d85fcdec2cd5" providerId="ADAL" clId="{08362040-18E5-4911-871A-90A5BB37375A}" dt="2025-10-11T09:46:35.763" v="422" actId="404"/>
          <ac:spMkLst>
            <pc:docMk/>
            <pc:sldMk cId="2438166315" sldId="260"/>
            <ac:spMk id="2" creationId="{7F98E838-1D4D-7A39-99CC-37A428DA73C0}"/>
          </ac:spMkLst>
        </pc:spChg>
        <pc:spChg chg="del">
          <ac:chgData name="Federico De Mita" userId="6ce638df-d46f-4fb8-b9fa-d85fcdec2cd5" providerId="ADAL" clId="{08362040-18E5-4911-871A-90A5BB37375A}" dt="2025-10-11T09:37:01.966" v="246" actId="478"/>
          <ac:spMkLst>
            <pc:docMk/>
            <pc:sldMk cId="2438166315" sldId="260"/>
            <ac:spMk id="3" creationId="{F36215D3-FB49-CD9F-037B-449C308F618E}"/>
          </ac:spMkLst>
        </pc:spChg>
        <pc:spChg chg="mod">
          <ac:chgData name="Federico De Mita" userId="6ce638df-d46f-4fb8-b9fa-d85fcdec2cd5" providerId="ADAL" clId="{08362040-18E5-4911-871A-90A5BB37375A}" dt="2025-10-11T09:46:35.763" v="422" actId="404"/>
          <ac:spMkLst>
            <pc:docMk/>
            <pc:sldMk cId="2438166315" sldId="260"/>
            <ac:spMk id="4" creationId="{94172236-BF73-6D5C-4FCC-BE14C2FC675F}"/>
          </ac:spMkLst>
        </pc:spChg>
        <pc:spChg chg="del mod">
          <ac:chgData name="Federico De Mita" userId="6ce638df-d46f-4fb8-b9fa-d85fcdec2cd5" providerId="ADAL" clId="{08362040-18E5-4911-871A-90A5BB37375A}" dt="2025-10-11T11:10:03.409" v="3108" actId="478"/>
          <ac:spMkLst>
            <pc:docMk/>
            <pc:sldMk cId="2438166315" sldId="260"/>
            <ac:spMk id="5" creationId="{CC9FF4D9-7405-7229-925B-D5A35999E610}"/>
          </ac:spMkLst>
        </pc:spChg>
        <pc:spChg chg="mod">
          <ac:chgData name="Federico De Mita" userId="6ce638df-d46f-4fb8-b9fa-d85fcdec2cd5" providerId="ADAL" clId="{08362040-18E5-4911-871A-90A5BB37375A}" dt="2025-10-11T09:46:35.763" v="422" actId="404"/>
          <ac:spMkLst>
            <pc:docMk/>
            <pc:sldMk cId="2438166315" sldId="260"/>
            <ac:spMk id="6" creationId="{8EFA68EC-020C-EEEE-55F2-F5D9E085501B}"/>
          </ac:spMkLst>
        </pc:spChg>
        <pc:spChg chg="add mod">
          <ac:chgData name="Federico De Mita" userId="6ce638df-d46f-4fb8-b9fa-d85fcdec2cd5" providerId="ADAL" clId="{08362040-18E5-4911-871A-90A5BB37375A}" dt="2025-10-11T09:49:18.563" v="471" actId="20577"/>
          <ac:spMkLst>
            <pc:docMk/>
            <pc:sldMk cId="2438166315" sldId="260"/>
            <ac:spMk id="8" creationId="{77495751-531F-BBFD-89AB-6B5F8B668CCB}"/>
          </ac:spMkLst>
        </pc:spChg>
        <pc:spChg chg="add mod">
          <ac:chgData name="Federico De Mita" userId="6ce638df-d46f-4fb8-b9fa-d85fcdec2cd5" providerId="ADAL" clId="{08362040-18E5-4911-871A-90A5BB37375A}" dt="2025-10-11T09:55:35.242" v="640" actId="1076"/>
          <ac:spMkLst>
            <pc:docMk/>
            <pc:sldMk cId="2438166315" sldId="260"/>
            <ac:spMk id="13" creationId="{09F3E1F6-5FE5-4E12-6A3E-566AD6F332CC}"/>
          </ac:spMkLst>
        </pc:spChg>
        <pc:spChg chg="add mod">
          <ac:chgData name="Federico De Mita" userId="6ce638df-d46f-4fb8-b9fa-d85fcdec2cd5" providerId="ADAL" clId="{08362040-18E5-4911-871A-90A5BB37375A}" dt="2025-10-11T10:03:30.883" v="833" actId="207"/>
          <ac:spMkLst>
            <pc:docMk/>
            <pc:sldMk cId="2438166315" sldId="260"/>
            <ac:spMk id="18" creationId="{ABA0906B-35BC-A227-D811-C688A71A2AD2}"/>
          </ac:spMkLst>
        </pc:spChg>
        <pc:spChg chg="add mod">
          <ac:chgData name="Federico De Mita" userId="6ce638df-d46f-4fb8-b9fa-d85fcdec2cd5" providerId="ADAL" clId="{08362040-18E5-4911-871A-90A5BB37375A}" dt="2025-10-11T10:04:38.286" v="846" actId="20577"/>
          <ac:spMkLst>
            <pc:docMk/>
            <pc:sldMk cId="2438166315" sldId="260"/>
            <ac:spMk id="19" creationId="{68E25EA3-2050-37F0-42BE-F6DF30A0C865}"/>
          </ac:spMkLst>
        </pc:spChg>
        <pc:spChg chg="add mod">
          <ac:chgData name="Federico De Mita" userId="6ce638df-d46f-4fb8-b9fa-d85fcdec2cd5" providerId="ADAL" clId="{08362040-18E5-4911-871A-90A5BB37375A}" dt="2025-10-11T11:10:02.077" v="3107"/>
          <ac:spMkLst>
            <pc:docMk/>
            <pc:sldMk cId="2438166315" sldId="260"/>
            <ac:spMk id="20" creationId="{F4403553-B808-B1F5-049C-26284211AA39}"/>
          </ac:spMkLst>
        </pc:spChg>
        <pc:spChg chg="add mod">
          <ac:chgData name="Federico De Mita" userId="6ce638df-d46f-4fb8-b9fa-d85fcdec2cd5" providerId="ADAL" clId="{08362040-18E5-4911-871A-90A5BB37375A}" dt="2025-10-11T11:10:04.111" v="3109"/>
          <ac:spMkLst>
            <pc:docMk/>
            <pc:sldMk cId="2438166315" sldId="260"/>
            <ac:spMk id="21" creationId="{C20FE2E6-E720-62A8-A4AE-0A0584520AA5}"/>
          </ac:spMkLst>
        </pc:spChg>
        <pc:picChg chg="add mod">
          <ac:chgData name="Federico De Mita" userId="6ce638df-d46f-4fb8-b9fa-d85fcdec2cd5" providerId="ADAL" clId="{08362040-18E5-4911-871A-90A5BB37375A}" dt="2025-10-11T09:55:32.554" v="639" actId="1076"/>
          <ac:picMkLst>
            <pc:docMk/>
            <pc:sldMk cId="2438166315" sldId="260"/>
            <ac:picMk id="10" creationId="{CADAA80E-6848-1A40-3EC4-5586D584C773}"/>
          </ac:picMkLst>
        </pc:picChg>
        <pc:picChg chg="add mod ord">
          <ac:chgData name="Federico De Mita" userId="6ce638df-d46f-4fb8-b9fa-d85fcdec2cd5" providerId="ADAL" clId="{08362040-18E5-4911-871A-90A5BB37375A}" dt="2025-10-11T09:57:44.098" v="706" actId="1036"/>
          <ac:picMkLst>
            <pc:docMk/>
            <pc:sldMk cId="2438166315" sldId="260"/>
            <ac:picMk id="12" creationId="{77398D2B-D07D-6464-761B-15CA25AD10E5}"/>
          </ac:picMkLst>
        </pc:picChg>
        <pc:picChg chg="add mod">
          <ac:chgData name="Federico De Mita" userId="6ce638df-d46f-4fb8-b9fa-d85fcdec2cd5" providerId="ADAL" clId="{08362040-18E5-4911-871A-90A5BB37375A}" dt="2025-10-11T09:57:44.098" v="706" actId="1036"/>
          <ac:picMkLst>
            <pc:docMk/>
            <pc:sldMk cId="2438166315" sldId="260"/>
            <ac:picMk id="15" creationId="{B58455D3-7280-D81E-00EA-25FDA56A101A}"/>
          </ac:picMkLst>
        </pc:picChg>
        <pc:picChg chg="add mod">
          <ac:chgData name="Federico De Mita" userId="6ce638df-d46f-4fb8-b9fa-d85fcdec2cd5" providerId="ADAL" clId="{08362040-18E5-4911-871A-90A5BB37375A}" dt="2025-10-11T09:57:44.098" v="706" actId="1036"/>
          <ac:picMkLst>
            <pc:docMk/>
            <pc:sldMk cId="2438166315" sldId="260"/>
            <ac:picMk id="17" creationId="{3CF13917-22EA-6EB3-C71B-A57FFC8B3A61}"/>
          </ac:picMkLst>
        </pc:picChg>
      </pc:sldChg>
      <pc:sldChg chg="addSp delSp modSp add mod">
        <pc:chgData name="Federico De Mita" userId="6ce638df-d46f-4fb8-b9fa-d85fcdec2cd5" providerId="ADAL" clId="{08362040-18E5-4911-871A-90A5BB37375A}" dt="2025-10-11T11:11:11.724" v="3123"/>
        <pc:sldMkLst>
          <pc:docMk/>
          <pc:sldMk cId="2645377945" sldId="261"/>
        </pc:sldMkLst>
        <pc:spChg chg="del">
          <ac:chgData name="Federico De Mita" userId="6ce638df-d46f-4fb8-b9fa-d85fcdec2cd5" providerId="ADAL" clId="{08362040-18E5-4911-871A-90A5BB37375A}" dt="2025-10-11T11:11:11.324" v="3122" actId="478"/>
          <ac:spMkLst>
            <pc:docMk/>
            <pc:sldMk cId="2645377945" sldId="261"/>
            <ac:spMk id="5" creationId="{827F9957-BD10-C1DA-6055-0B12AA237654}"/>
          </ac:spMkLst>
        </pc:spChg>
        <pc:spChg chg="mod">
          <ac:chgData name="Federico De Mita" userId="6ce638df-d46f-4fb8-b9fa-d85fcdec2cd5" providerId="ADAL" clId="{08362040-18E5-4911-871A-90A5BB37375A}" dt="2025-10-11T09:52:42.249" v="549" actId="1076"/>
          <ac:spMkLst>
            <pc:docMk/>
            <pc:sldMk cId="2645377945" sldId="261"/>
            <ac:spMk id="8" creationId="{DF38F374-7DFE-05E4-BBC2-C69F7009A965}"/>
          </ac:spMkLst>
        </pc:spChg>
        <pc:spChg chg="add mod">
          <ac:chgData name="Federico De Mita" userId="6ce638df-d46f-4fb8-b9fa-d85fcdec2cd5" providerId="ADAL" clId="{08362040-18E5-4911-871A-90A5BB37375A}" dt="2025-10-11T09:52:39.851" v="548" actId="1076"/>
          <ac:spMkLst>
            <pc:docMk/>
            <pc:sldMk cId="2645377945" sldId="261"/>
            <ac:spMk id="9" creationId="{70374BA6-94FD-26C1-061D-52B5E16F9C03}"/>
          </ac:spMkLst>
        </pc:spChg>
        <pc:spChg chg="del">
          <ac:chgData name="Federico De Mita" userId="6ce638df-d46f-4fb8-b9fa-d85fcdec2cd5" providerId="ADAL" clId="{08362040-18E5-4911-871A-90A5BB37375A}" dt="2025-10-11T09:50:32.362" v="488" actId="478"/>
          <ac:spMkLst>
            <pc:docMk/>
            <pc:sldMk cId="2645377945" sldId="261"/>
            <ac:spMk id="13" creationId="{BEF23034-C9C8-6FD9-D9D2-67DA9904EA2F}"/>
          </ac:spMkLst>
        </pc:spChg>
        <pc:spChg chg="add mod">
          <ac:chgData name="Federico De Mita" userId="6ce638df-d46f-4fb8-b9fa-d85fcdec2cd5" providerId="ADAL" clId="{08362040-18E5-4911-871A-90A5BB37375A}" dt="2025-10-11T10:05:25.603" v="853" actId="207"/>
          <ac:spMkLst>
            <pc:docMk/>
            <pc:sldMk cId="2645377945" sldId="261"/>
            <ac:spMk id="16" creationId="{CBFF1704-65B9-E46D-69F6-AFFA3E975AB4}"/>
          </ac:spMkLst>
        </pc:spChg>
        <pc:spChg chg="add mod">
          <ac:chgData name="Federico De Mita" userId="6ce638df-d46f-4fb8-b9fa-d85fcdec2cd5" providerId="ADAL" clId="{08362040-18E5-4911-871A-90A5BB37375A}" dt="2025-10-11T10:06:45.143" v="885"/>
          <ac:spMkLst>
            <pc:docMk/>
            <pc:sldMk cId="2645377945" sldId="261"/>
            <ac:spMk id="17" creationId="{0E18D537-46F0-D086-C47E-81C4C5E3B392}"/>
          </ac:spMkLst>
        </pc:spChg>
        <pc:spChg chg="add mod">
          <ac:chgData name="Federico De Mita" userId="6ce638df-d46f-4fb8-b9fa-d85fcdec2cd5" providerId="ADAL" clId="{08362040-18E5-4911-871A-90A5BB37375A}" dt="2025-10-11T10:07:13.301" v="894"/>
          <ac:spMkLst>
            <pc:docMk/>
            <pc:sldMk cId="2645377945" sldId="261"/>
            <ac:spMk id="18" creationId="{550A76FB-8BE3-29AD-3295-6A27A193037E}"/>
          </ac:spMkLst>
        </pc:spChg>
        <pc:spChg chg="add mod">
          <ac:chgData name="Federico De Mita" userId="6ce638df-d46f-4fb8-b9fa-d85fcdec2cd5" providerId="ADAL" clId="{08362040-18E5-4911-871A-90A5BB37375A}" dt="2025-10-11T10:07:48.895" v="900" actId="2711"/>
          <ac:spMkLst>
            <pc:docMk/>
            <pc:sldMk cId="2645377945" sldId="261"/>
            <ac:spMk id="19" creationId="{825E095B-538B-C021-B036-5F246B5DF091}"/>
          </ac:spMkLst>
        </pc:spChg>
        <pc:spChg chg="add mod">
          <ac:chgData name="Federico De Mita" userId="6ce638df-d46f-4fb8-b9fa-d85fcdec2cd5" providerId="ADAL" clId="{08362040-18E5-4911-871A-90A5BB37375A}" dt="2025-10-11T11:11:11.724" v="3123"/>
          <ac:spMkLst>
            <pc:docMk/>
            <pc:sldMk cId="2645377945" sldId="261"/>
            <ac:spMk id="20" creationId="{CB2BB8E8-4C0E-16F1-AFAA-9BB21E1AF6A0}"/>
          </ac:spMkLst>
        </pc:spChg>
        <pc:picChg chg="add mod">
          <ac:chgData name="Federico De Mita" userId="6ce638df-d46f-4fb8-b9fa-d85fcdec2cd5" providerId="ADAL" clId="{08362040-18E5-4911-871A-90A5BB37375A}" dt="2025-10-11T09:52:26.802" v="546" actId="14100"/>
          <ac:picMkLst>
            <pc:docMk/>
            <pc:sldMk cId="2645377945" sldId="261"/>
            <ac:picMk id="7" creationId="{4764F11D-91DC-6075-AD89-34448D48DC0C}"/>
          </ac:picMkLst>
        </pc:picChg>
        <pc:picChg chg="del">
          <ac:chgData name="Federico De Mita" userId="6ce638df-d46f-4fb8-b9fa-d85fcdec2cd5" providerId="ADAL" clId="{08362040-18E5-4911-871A-90A5BB37375A}" dt="2025-10-11T09:49:42.410" v="479" actId="478"/>
          <ac:picMkLst>
            <pc:docMk/>
            <pc:sldMk cId="2645377945" sldId="261"/>
            <ac:picMk id="10" creationId="{B4AAE971-4FA3-EF58-3824-A45C1F16DEA4}"/>
          </ac:picMkLst>
        </pc:picChg>
        <pc:picChg chg="add del mod">
          <ac:chgData name="Federico De Mita" userId="6ce638df-d46f-4fb8-b9fa-d85fcdec2cd5" providerId="ADAL" clId="{08362040-18E5-4911-871A-90A5BB37375A}" dt="2025-10-11T09:51:10.335" v="502" actId="478"/>
          <ac:picMkLst>
            <pc:docMk/>
            <pc:sldMk cId="2645377945" sldId="261"/>
            <ac:picMk id="11" creationId="{1993A2BA-C04D-5828-4A3D-B6960DF6BE27}"/>
          </ac:picMkLst>
        </pc:picChg>
        <pc:picChg chg="del">
          <ac:chgData name="Federico De Mita" userId="6ce638df-d46f-4fb8-b9fa-d85fcdec2cd5" providerId="ADAL" clId="{08362040-18E5-4911-871A-90A5BB37375A}" dt="2025-10-11T09:50:34.297" v="489" actId="478"/>
          <ac:picMkLst>
            <pc:docMk/>
            <pc:sldMk cId="2645377945" sldId="261"/>
            <ac:picMk id="12" creationId="{9C9B7035-3669-EDB5-85C3-2CE2A4FB250A}"/>
          </ac:picMkLst>
        </pc:picChg>
        <pc:picChg chg="add mod">
          <ac:chgData name="Federico De Mita" userId="6ce638df-d46f-4fb8-b9fa-d85fcdec2cd5" providerId="ADAL" clId="{08362040-18E5-4911-871A-90A5BB37375A}" dt="2025-10-11T09:52:30.099" v="547" actId="14100"/>
          <ac:picMkLst>
            <pc:docMk/>
            <pc:sldMk cId="2645377945" sldId="261"/>
            <ac:picMk id="15" creationId="{1A2AB303-29DA-9132-A78B-00024902091E}"/>
          </ac:picMkLst>
        </pc:picChg>
      </pc:sldChg>
      <pc:sldChg chg="addSp delSp modSp add mod">
        <pc:chgData name="Federico De Mita" userId="6ce638df-d46f-4fb8-b9fa-d85fcdec2cd5" providerId="ADAL" clId="{08362040-18E5-4911-871A-90A5BB37375A}" dt="2025-10-11T11:10:10.005" v="3111"/>
        <pc:sldMkLst>
          <pc:docMk/>
          <pc:sldMk cId="935433091" sldId="262"/>
        </pc:sldMkLst>
        <pc:spChg chg="del">
          <ac:chgData name="Federico De Mita" userId="6ce638df-d46f-4fb8-b9fa-d85fcdec2cd5" providerId="ADAL" clId="{08362040-18E5-4911-871A-90A5BB37375A}" dt="2025-10-11T11:10:09.166" v="3110" actId="478"/>
          <ac:spMkLst>
            <pc:docMk/>
            <pc:sldMk cId="935433091" sldId="262"/>
            <ac:spMk id="5" creationId="{ECE4364C-0CF8-3959-5D64-3AE483C0C51F}"/>
          </ac:spMkLst>
        </pc:spChg>
        <pc:spChg chg="del">
          <ac:chgData name="Federico De Mita" userId="6ce638df-d46f-4fb8-b9fa-d85fcdec2cd5" providerId="ADAL" clId="{08362040-18E5-4911-871A-90A5BB37375A}" dt="2025-10-11T09:59:38.957" v="810" actId="478"/>
          <ac:spMkLst>
            <pc:docMk/>
            <pc:sldMk cId="935433091" sldId="262"/>
            <ac:spMk id="8" creationId="{F08B9895-D925-7011-26EE-BF57DB8143C5}"/>
          </ac:spMkLst>
        </pc:spChg>
        <pc:spChg chg="mod">
          <ac:chgData name="Federico De Mita" userId="6ce638df-d46f-4fb8-b9fa-d85fcdec2cd5" providerId="ADAL" clId="{08362040-18E5-4911-871A-90A5BB37375A}" dt="2025-10-11T10:08:29.961" v="912" actId="20577"/>
          <ac:spMkLst>
            <pc:docMk/>
            <pc:sldMk cId="935433091" sldId="262"/>
            <ac:spMk id="9" creationId="{80CE663F-93A9-CE0D-D036-5C554E139DE5}"/>
          </ac:spMkLst>
        </pc:spChg>
        <pc:spChg chg="add del mod">
          <ac:chgData name="Federico De Mita" userId="6ce638df-d46f-4fb8-b9fa-d85fcdec2cd5" providerId="ADAL" clId="{08362040-18E5-4911-871A-90A5BB37375A}" dt="2025-10-11T09:59:50.456" v="813" actId="478"/>
          <ac:spMkLst>
            <pc:docMk/>
            <pc:sldMk cId="935433091" sldId="262"/>
            <ac:spMk id="10" creationId="{31F40575-C7C3-BE88-9AEB-EC4B43F2B32F}"/>
          </ac:spMkLst>
        </pc:spChg>
        <pc:spChg chg="add mod">
          <ac:chgData name="Federico De Mita" userId="6ce638df-d46f-4fb8-b9fa-d85fcdec2cd5" providerId="ADAL" clId="{08362040-18E5-4911-871A-90A5BB37375A}" dt="2025-10-11T10:20:39.925" v="1079" actId="1076"/>
          <ac:spMkLst>
            <pc:docMk/>
            <pc:sldMk cId="935433091" sldId="262"/>
            <ac:spMk id="11" creationId="{9A67CC35-D011-3B6A-3284-B843C8A3BF29}"/>
          </ac:spMkLst>
        </pc:spChg>
        <pc:spChg chg="add mod">
          <ac:chgData name="Federico De Mita" userId="6ce638df-d46f-4fb8-b9fa-d85fcdec2cd5" providerId="ADAL" clId="{08362040-18E5-4911-871A-90A5BB37375A}" dt="2025-10-11T10:22:01.875" v="1204" actId="1076"/>
          <ac:spMkLst>
            <pc:docMk/>
            <pc:sldMk cId="935433091" sldId="262"/>
            <ac:spMk id="14" creationId="{5BB39634-D3CC-DBCC-7701-7C70E54FEBC6}"/>
          </ac:spMkLst>
        </pc:spChg>
        <pc:spChg chg="add mod">
          <ac:chgData name="Federico De Mita" userId="6ce638df-d46f-4fb8-b9fa-d85fcdec2cd5" providerId="ADAL" clId="{08362040-18E5-4911-871A-90A5BB37375A}" dt="2025-10-11T11:10:10.005" v="3111"/>
          <ac:spMkLst>
            <pc:docMk/>
            <pc:sldMk cId="935433091" sldId="262"/>
            <ac:spMk id="18" creationId="{6F7060D6-E30F-D8B9-7DE1-AEBC2B2935B7}"/>
          </ac:spMkLst>
        </pc:spChg>
        <pc:picChg chg="del">
          <ac:chgData name="Federico De Mita" userId="6ce638df-d46f-4fb8-b9fa-d85fcdec2cd5" providerId="ADAL" clId="{08362040-18E5-4911-871A-90A5BB37375A}" dt="2025-10-11T09:59:35.890" v="809" actId="478"/>
          <ac:picMkLst>
            <pc:docMk/>
            <pc:sldMk cId="935433091" sldId="262"/>
            <ac:picMk id="7" creationId="{997385C9-EC7D-5BB7-AD10-8D6A51F770F4}"/>
          </ac:picMkLst>
        </pc:picChg>
        <pc:picChg chg="add mod">
          <ac:chgData name="Federico De Mita" userId="6ce638df-d46f-4fb8-b9fa-d85fcdec2cd5" providerId="ADAL" clId="{08362040-18E5-4911-871A-90A5BB37375A}" dt="2025-10-11T10:20:46.125" v="1082" actId="1036"/>
          <ac:picMkLst>
            <pc:docMk/>
            <pc:sldMk cId="935433091" sldId="262"/>
            <ac:picMk id="13" creationId="{9919CF99-C5DF-D9A6-E311-3009DDFA182E}"/>
          </ac:picMkLst>
        </pc:picChg>
        <pc:picChg chg="del">
          <ac:chgData name="Federico De Mita" userId="6ce638df-d46f-4fb8-b9fa-d85fcdec2cd5" providerId="ADAL" clId="{08362040-18E5-4911-871A-90A5BB37375A}" dt="2025-10-11T09:59:38.957" v="810" actId="478"/>
          <ac:picMkLst>
            <pc:docMk/>
            <pc:sldMk cId="935433091" sldId="262"/>
            <ac:picMk id="15" creationId="{33B95F6D-B5E3-1414-3F37-D3E3B2C33A25}"/>
          </ac:picMkLst>
        </pc:picChg>
        <pc:picChg chg="add mod">
          <ac:chgData name="Federico De Mita" userId="6ce638df-d46f-4fb8-b9fa-d85fcdec2cd5" providerId="ADAL" clId="{08362040-18E5-4911-871A-90A5BB37375A}" dt="2025-10-11T10:23:02.747" v="1206" actId="1076"/>
          <ac:picMkLst>
            <pc:docMk/>
            <pc:sldMk cId="935433091" sldId="262"/>
            <ac:picMk id="17" creationId="{18012359-E88C-0586-39CF-69B5ADBA3B60}"/>
          </ac:picMkLst>
        </pc:picChg>
      </pc:sldChg>
      <pc:sldChg chg="addSp delSp modSp add mod">
        <pc:chgData name="Federico De Mita" userId="6ce638df-d46f-4fb8-b9fa-d85fcdec2cd5" providerId="ADAL" clId="{08362040-18E5-4911-871A-90A5BB37375A}" dt="2025-10-11T11:10:14.436" v="3113"/>
        <pc:sldMkLst>
          <pc:docMk/>
          <pc:sldMk cId="2417978243" sldId="263"/>
        </pc:sldMkLst>
        <pc:spChg chg="del">
          <ac:chgData name="Federico De Mita" userId="6ce638df-d46f-4fb8-b9fa-d85fcdec2cd5" providerId="ADAL" clId="{08362040-18E5-4911-871A-90A5BB37375A}" dt="2025-10-11T10:23:12.835" v="1208" actId="478"/>
          <ac:spMkLst>
            <pc:docMk/>
            <pc:sldMk cId="2417978243" sldId="263"/>
            <ac:spMk id="4" creationId="{D7E311C5-0F20-A9AF-9166-2F67EE42E99F}"/>
          </ac:spMkLst>
        </pc:spChg>
        <pc:spChg chg="del">
          <ac:chgData name="Federico De Mita" userId="6ce638df-d46f-4fb8-b9fa-d85fcdec2cd5" providerId="ADAL" clId="{08362040-18E5-4911-871A-90A5BB37375A}" dt="2025-10-11T10:23:12.835" v="1208" actId="478"/>
          <ac:spMkLst>
            <pc:docMk/>
            <pc:sldMk cId="2417978243" sldId="263"/>
            <ac:spMk id="5" creationId="{EA4F4076-D7DD-2429-73DF-DCE273C5F651}"/>
          </ac:spMkLst>
        </pc:spChg>
        <pc:spChg chg="del">
          <ac:chgData name="Federico De Mita" userId="6ce638df-d46f-4fb8-b9fa-d85fcdec2cd5" providerId="ADAL" clId="{08362040-18E5-4911-871A-90A5BB37375A}" dt="2025-10-11T10:23:12.835" v="1208" actId="478"/>
          <ac:spMkLst>
            <pc:docMk/>
            <pc:sldMk cId="2417978243" sldId="263"/>
            <ac:spMk id="6" creationId="{E9D7B4F4-1822-D0A1-8F51-4186FE2BE65A}"/>
          </ac:spMkLst>
        </pc:spChg>
        <pc:spChg chg="add mod">
          <ac:chgData name="Federico De Mita" userId="6ce638df-d46f-4fb8-b9fa-d85fcdec2cd5" providerId="ADAL" clId="{08362040-18E5-4911-871A-90A5BB37375A}" dt="2025-10-11T10:28:51.614" v="1447" actId="14100"/>
          <ac:spMkLst>
            <pc:docMk/>
            <pc:sldMk cId="2417978243" sldId="263"/>
            <ac:spMk id="8" creationId="{9759BD24-084B-72E6-FC2F-5252F52D2E95}"/>
          </ac:spMkLst>
        </pc:spChg>
        <pc:spChg chg="mod">
          <ac:chgData name="Federico De Mita" userId="6ce638df-d46f-4fb8-b9fa-d85fcdec2cd5" providerId="ADAL" clId="{08362040-18E5-4911-871A-90A5BB37375A}" dt="2025-10-11T10:29:21.737" v="1450" actId="20577"/>
          <ac:spMkLst>
            <pc:docMk/>
            <pc:sldMk cId="2417978243" sldId="263"/>
            <ac:spMk id="9" creationId="{99DF7BC0-6B4E-FC01-941F-68DDFE781760}"/>
          </ac:spMkLst>
        </pc:spChg>
        <pc:spChg chg="add mod">
          <ac:chgData name="Federico De Mita" userId="6ce638df-d46f-4fb8-b9fa-d85fcdec2cd5" providerId="ADAL" clId="{08362040-18E5-4911-871A-90A5BB37375A}" dt="2025-10-11T10:27:19.140" v="1418" actId="1037"/>
          <ac:spMkLst>
            <pc:docMk/>
            <pc:sldMk cId="2417978243" sldId="263"/>
            <ac:spMk id="10" creationId="{940526FA-9961-ED2B-BCA8-B2EECC49DAD6}"/>
          </ac:spMkLst>
        </pc:spChg>
        <pc:spChg chg="del">
          <ac:chgData name="Federico De Mita" userId="6ce638df-d46f-4fb8-b9fa-d85fcdec2cd5" providerId="ADAL" clId="{08362040-18E5-4911-871A-90A5BB37375A}" dt="2025-10-11T10:23:12.835" v="1208" actId="478"/>
          <ac:spMkLst>
            <pc:docMk/>
            <pc:sldMk cId="2417978243" sldId="263"/>
            <ac:spMk id="11" creationId="{6322E70B-5321-8766-E372-667D2314BACF}"/>
          </ac:spMkLst>
        </pc:spChg>
        <pc:spChg chg="del">
          <ac:chgData name="Federico De Mita" userId="6ce638df-d46f-4fb8-b9fa-d85fcdec2cd5" providerId="ADAL" clId="{08362040-18E5-4911-871A-90A5BB37375A}" dt="2025-10-11T10:23:12.835" v="1208" actId="478"/>
          <ac:spMkLst>
            <pc:docMk/>
            <pc:sldMk cId="2417978243" sldId="263"/>
            <ac:spMk id="14" creationId="{70F6B5F8-C62E-6AE1-1B35-B6B21DF781B4}"/>
          </ac:spMkLst>
        </pc:spChg>
        <pc:spChg chg="add mod">
          <ac:chgData name="Federico De Mita" userId="6ce638df-d46f-4fb8-b9fa-d85fcdec2cd5" providerId="ADAL" clId="{08362040-18E5-4911-871A-90A5BB37375A}" dt="2025-10-11T10:27:06.071" v="1382" actId="1076"/>
          <ac:spMkLst>
            <pc:docMk/>
            <pc:sldMk cId="2417978243" sldId="263"/>
            <ac:spMk id="16" creationId="{6989B3C4-E700-D3E7-7D74-AECA184357A8}"/>
          </ac:spMkLst>
        </pc:spChg>
        <pc:spChg chg="add mod">
          <ac:chgData name="Federico De Mita" userId="6ce638df-d46f-4fb8-b9fa-d85fcdec2cd5" providerId="ADAL" clId="{08362040-18E5-4911-871A-90A5BB37375A}" dt="2025-10-11T10:28:44.103" v="1445" actId="14100"/>
          <ac:spMkLst>
            <pc:docMk/>
            <pc:sldMk cId="2417978243" sldId="263"/>
            <ac:spMk id="20" creationId="{AAFDC3FA-3188-CEEF-7C4C-700222B78A6C}"/>
          </ac:spMkLst>
        </pc:spChg>
        <pc:spChg chg="add mod">
          <ac:chgData name="Federico De Mita" userId="6ce638df-d46f-4fb8-b9fa-d85fcdec2cd5" providerId="ADAL" clId="{08362040-18E5-4911-871A-90A5BB37375A}" dt="2025-10-11T10:29:12.397" v="1448"/>
          <ac:spMkLst>
            <pc:docMk/>
            <pc:sldMk cId="2417978243" sldId="263"/>
            <ac:spMk id="21" creationId="{14D13847-40F8-53BC-2DAA-ECB9D41AEE69}"/>
          </ac:spMkLst>
        </pc:spChg>
        <pc:spChg chg="add del mod">
          <ac:chgData name="Federico De Mita" userId="6ce638df-d46f-4fb8-b9fa-d85fcdec2cd5" providerId="ADAL" clId="{08362040-18E5-4911-871A-90A5BB37375A}" dt="2025-10-11T11:10:13.602" v="3112" actId="478"/>
          <ac:spMkLst>
            <pc:docMk/>
            <pc:sldMk cId="2417978243" sldId="263"/>
            <ac:spMk id="22" creationId="{02C01187-3DB9-5073-8AA0-B459DBDA95D7}"/>
          </ac:spMkLst>
        </pc:spChg>
        <pc:spChg chg="add mod">
          <ac:chgData name="Federico De Mita" userId="6ce638df-d46f-4fb8-b9fa-d85fcdec2cd5" providerId="ADAL" clId="{08362040-18E5-4911-871A-90A5BB37375A}" dt="2025-10-11T10:29:12.397" v="1448"/>
          <ac:spMkLst>
            <pc:docMk/>
            <pc:sldMk cId="2417978243" sldId="263"/>
            <ac:spMk id="23" creationId="{CBE84831-418F-09CC-8AE1-7AD484DCEEC0}"/>
          </ac:spMkLst>
        </pc:spChg>
        <pc:spChg chg="add mod">
          <ac:chgData name="Federico De Mita" userId="6ce638df-d46f-4fb8-b9fa-d85fcdec2cd5" providerId="ADAL" clId="{08362040-18E5-4911-871A-90A5BB37375A}" dt="2025-10-11T11:10:14.436" v="3113"/>
          <ac:spMkLst>
            <pc:docMk/>
            <pc:sldMk cId="2417978243" sldId="263"/>
            <ac:spMk id="24" creationId="{7B8FE055-906D-DD28-7D1E-38EE56E3E8BE}"/>
          </ac:spMkLst>
        </pc:spChg>
        <pc:picChg chg="add mod">
          <ac:chgData name="Federico De Mita" userId="6ce638df-d46f-4fb8-b9fa-d85fcdec2cd5" providerId="ADAL" clId="{08362040-18E5-4911-871A-90A5BB37375A}" dt="2025-10-11T10:27:25.220" v="1427" actId="1038"/>
          <ac:picMkLst>
            <pc:docMk/>
            <pc:sldMk cId="2417978243" sldId="263"/>
            <ac:picMk id="7" creationId="{3C7006BA-D8A1-94F3-5B6A-3286E0A1AD46}"/>
          </ac:picMkLst>
        </pc:picChg>
        <pc:picChg chg="del">
          <ac:chgData name="Federico De Mita" userId="6ce638df-d46f-4fb8-b9fa-d85fcdec2cd5" providerId="ADAL" clId="{08362040-18E5-4911-871A-90A5BB37375A}" dt="2025-10-11T10:23:12.835" v="1208" actId="478"/>
          <ac:picMkLst>
            <pc:docMk/>
            <pc:sldMk cId="2417978243" sldId="263"/>
            <ac:picMk id="13" creationId="{1C42949D-DE8A-3E66-061F-4FA9C776684F}"/>
          </ac:picMkLst>
        </pc:picChg>
        <pc:picChg chg="add mod ord">
          <ac:chgData name="Federico De Mita" userId="6ce638df-d46f-4fb8-b9fa-d85fcdec2cd5" providerId="ADAL" clId="{08362040-18E5-4911-871A-90A5BB37375A}" dt="2025-10-11T10:26:50.878" v="1378" actId="1076"/>
          <ac:picMkLst>
            <pc:docMk/>
            <pc:sldMk cId="2417978243" sldId="263"/>
            <ac:picMk id="15" creationId="{33FE6F24-9361-189D-F3DC-EDAB6E1EDF2A}"/>
          </ac:picMkLst>
        </pc:picChg>
        <pc:picChg chg="del">
          <ac:chgData name="Federico De Mita" userId="6ce638df-d46f-4fb8-b9fa-d85fcdec2cd5" providerId="ADAL" clId="{08362040-18E5-4911-871A-90A5BB37375A}" dt="2025-10-11T10:23:12.835" v="1208" actId="478"/>
          <ac:picMkLst>
            <pc:docMk/>
            <pc:sldMk cId="2417978243" sldId="263"/>
            <ac:picMk id="17" creationId="{A291CB0A-DF8B-CCFB-82BC-BB27C96D45BF}"/>
          </ac:picMkLst>
        </pc:picChg>
        <pc:picChg chg="add mod">
          <ac:chgData name="Federico De Mita" userId="6ce638df-d46f-4fb8-b9fa-d85fcdec2cd5" providerId="ADAL" clId="{08362040-18E5-4911-871A-90A5BB37375A}" dt="2025-10-11T10:28:09.591" v="1435" actId="1076"/>
          <ac:picMkLst>
            <pc:docMk/>
            <pc:sldMk cId="2417978243" sldId="263"/>
            <ac:picMk id="19" creationId="{49F4EBA4-580E-9CA4-21DA-B23D88549E7E}"/>
          </ac:picMkLst>
        </pc:picChg>
      </pc:sldChg>
      <pc:sldChg chg="new del">
        <pc:chgData name="Federico De Mita" userId="6ce638df-d46f-4fb8-b9fa-d85fcdec2cd5" providerId="ADAL" clId="{08362040-18E5-4911-871A-90A5BB37375A}" dt="2025-10-11T10:29:38.819" v="1452" actId="680"/>
        <pc:sldMkLst>
          <pc:docMk/>
          <pc:sldMk cId="3903992602" sldId="264"/>
        </pc:sldMkLst>
      </pc:sldChg>
      <pc:sldChg chg="addSp delSp modSp add mod">
        <pc:chgData name="Federico De Mita" userId="6ce638df-d46f-4fb8-b9fa-d85fcdec2cd5" providerId="ADAL" clId="{08362040-18E5-4911-871A-90A5BB37375A}" dt="2025-10-11T11:10:49.862" v="3115"/>
        <pc:sldMkLst>
          <pc:docMk/>
          <pc:sldMk cId="3950263107" sldId="264"/>
        </pc:sldMkLst>
        <pc:spChg chg="add mod">
          <ac:chgData name="Federico De Mita" userId="6ce638df-d46f-4fb8-b9fa-d85fcdec2cd5" providerId="ADAL" clId="{08362040-18E5-4911-871A-90A5BB37375A}" dt="2025-10-11T10:42:27.920" v="1649" actId="1076"/>
          <ac:spMkLst>
            <pc:docMk/>
            <pc:sldMk cId="3950263107" sldId="264"/>
            <ac:spMk id="5" creationId="{D1C38F25-43FB-3B11-6260-9B9A1EDE0663}"/>
          </ac:spMkLst>
        </pc:spChg>
        <pc:spChg chg="add mod">
          <ac:chgData name="Federico De Mita" userId="6ce638df-d46f-4fb8-b9fa-d85fcdec2cd5" providerId="ADAL" clId="{08362040-18E5-4911-871A-90A5BB37375A}" dt="2025-10-11T10:42:27.920" v="1649" actId="1076"/>
          <ac:spMkLst>
            <pc:docMk/>
            <pc:sldMk cId="3950263107" sldId="264"/>
            <ac:spMk id="6" creationId="{FC75FF5D-4462-F408-8790-5F17E00F8941}"/>
          </ac:spMkLst>
        </pc:spChg>
        <pc:spChg chg="del">
          <ac:chgData name="Federico De Mita" userId="6ce638df-d46f-4fb8-b9fa-d85fcdec2cd5" providerId="ADAL" clId="{08362040-18E5-4911-871A-90A5BB37375A}" dt="2025-10-11T10:29:52.788" v="1454" actId="478"/>
          <ac:spMkLst>
            <pc:docMk/>
            <pc:sldMk cId="3950263107" sldId="264"/>
            <ac:spMk id="8" creationId="{A74A861B-E8DE-8DA3-09F2-DDFC81B11C92}"/>
          </ac:spMkLst>
        </pc:spChg>
        <pc:spChg chg="del">
          <ac:chgData name="Federico De Mita" userId="6ce638df-d46f-4fb8-b9fa-d85fcdec2cd5" providerId="ADAL" clId="{08362040-18E5-4911-871A-90A5BB37375A}" dt="2025-10-11T10:29:52.788" v="1454" actId="478"/>
          <ac:spMkLst>
            <pc:docMk/>
            <pc:sldMk cId="3950263107" sldId="264"/>
            <ac:spMk id="10" creationId="{57D0637B-2D34-409E-336F-AECD405834E8}"/>
          </ac:spMkLst>
        </pc:spChg>
        <pc:spChg chg="add mod">
          <ac:chgData name="Federico De Mita" userId="6ce638df-d46f-4fb8-b9fa-d85fcdec2cd5" providerId="ADAL" clId="{08362040-18E5-4911-871A-90A5BB37375A}" dt="2025-10-11T10:31:48.083" v="1497"/>
          <ac:spMkLst>
            <pc:docMk/>
            <pc:sldMk cId="3950263107" sldId="264"/>
            <ac:spMk id="11" creationId="{778B14E6-C3F0-1F1F-A311-C38533BE0B23}"/>
          </ac:spMkLst>
        </pc:spChg>
        <pc:spChg chg="add mod">
          <ac:chgData name="Federico De Mita" userId="6ce638df-d46f-4fb8-b9fa-d85fcdec2cd5" providerId="ADAL" clId="{08362040-18E5-4911-871A-90A5BB37375A}" dt="2025-10-11T10:31:48.291" v="1498"/>
          <ac:spMkLst>
            <pc:docMk/>
            <pc:sldMk cId="3950263107" sldId="264"/>
            <ac:spMk id="12" creationId="{53582FDF-3343-4079-3C62-A0867B2FFEDE}"/>
          </ac:spMkLst>
        </pc:spChg>
        <pc:spChg chg="add mod">
          <ac:chgData name="Federico De Mita" userId="6ce638df-d46f-4fb8-b9fa-d85fcdec2cd5" providerId="ADAL" clId="{08362040-18E5-4911-871A-90A5BB37375A}" dt="2025-10-11T10:31:53.288" v="1501" actId="1076"/>
          <ac:spMkLst>
            <pc:docMk/>
            <pc:sldMk cId="3950263107" sldId="264"/>
            <ac:spMk id="13" creationId="{3B06DBBB-A208-CDCF-91FC-42C9DB0F7802}"/>
          </ac:spMkLst>
        </pc:spChg>
        <pc:spChg chg="add mod">
          <ac:chgData name="Federico De Mita" userId="6ce638df-d46f-4fb8-b9fa-d85fcdec2cd5" providerId="ADAL" clId="{08362040-18E5-4911-871A-90A5BB37375A}" dt="2025-10-11T10:42:27.920" v="1649" actId="1076"/>
          <ac:spMkLst>
            <pc:docMk/>
            <pc:sldMk cId="3950263107" sldId="264"/>
            <ac:spMk id="14" creationId="{598A1E78-653E-7D8B-5153-7810CCA22B69}"/>
          </ac:spMkLst>
        </pc:spChg>
        <pc:spChg chg="del">
          <ac:chgData name="Federico De Mita" userId="6ce638df-d46f-4fb8-b9fa-d85fcdec2cd5" providerId="ADAL" clId="{08362040-18E5-4911-871A-90A5BB37375A}" dt="2025-10-11T10:29:52.788" v="1454" actId="478"/>
          <ac:spMkLst>
            <pc:docMk/>
            <pc:sldMk cId="3950263107" sldId="264"/>
            <ac:spMk id="16" creationId="{22C40310-1614-60BB-1AF1-DB647F152B74}"/>
          </ac:spMkLst>
        </pc:spChg>
        <pc:spChg chg="add mod">
          <ac:chgData name="Federico De Mita" userId="6ce638df-d46f-4fb8-b9fa-d85fcdec2cd5" providerId="ADAL" clId="{08362040-18E5-4911-871A-90A5BB37375A}" dt="2025-10-11T10:42:27.920" v="1649" actId="1076"/>
          <ac:spMkLst>
            <pc:docMk/>
            <pc:sldMk cId="3950263107" sldId="264"/>
            <ac:spMk id="17" creationId="{B78110CD-FC44-150A-7376-9344BEF58749}"/>
          </ac:spMkLst>
        </pc:spChg>
        <pc:spChg chg="add mod">
          <ac:chgData name="Federico De Mita" userId="6ce638df-d46f-4fb8-b9fa-d85fcdec2cd5" providerId="ADAL" clId="{08362040-18E5-4911-871A-90A5BB37375A}" dt="2025-10-11T10:42:27.920" v="1649" actId="1076"/>
          <ac:spMkLst>
            <pc:docMk/>
            <pc:sldMk cId="3950263107" sldId="264"/>
            <ac:spMk id="18" creationId="{92393E32-62B8-AC55-7DC6-71DE8743A87E}"/>
          </ac:spMkLst>
        </pc:spChg>
        <pc:spChg chg="del">
          <ac:chgData name="Federico De Mita" userId="6ce638df-d46f-4fb8-b9fa-d85fcdec2cd5" providerId="ADAL" clId="{08362040-18E5-4911-871A-90A5BB37375A}" dt="2025-10-11T10:29:52.788" v="1454" actId="478"/>
          <ac:spMkLst>
            <pc:docMk/>
            <pc:sldMk cId="3950263107" sldId="264"/>
            <ac:spMk id="20" creationId="{E15BFB27-F19E-EA6B-8EA8-E5EB194E2612}"/>
          </ac:spMkLst>
        </pc:spChg>
        <pc:spChg chg="del">
          <ac:chgData name="Federico De Mita" userId="6ce638df-d46f-4fb8-b9fa-d85fcdec2cd5" providerId="ADAL" clId="{08362040-18E5-4911-871A-90A5BB37375A}" dt="2025-10-11T11:10:49.155" v="3114" actId="478"/>
          <ac:spMkLst>
            <pc:docMk/>
            <pc:sldMk cId="3950263107" sldId="264"/>
            <ac:spMk id="22" creationId="{4783B1E5-C7D9-98EA-15F6-2A679203B81C}"/>
          </ac:spMkLst>
        </pc:spChg>
        <pc:spChg chg="add mod">
          <ac:chgData name="Federico De Mita" userId="6ce638df-d46f-4fb8-b9fa-d85fcdec2cd5" providerId="ADAL" clId="{08362040-18E5-4911-871A-90A5BB37375A}" dt="2025-10-11T10:42:27.920" v="1649" actId="1076"/>
          <ac:spMkLst>
            <pc:docMk/>
            <pc:sldMk cId="3950263107" sldId="264"/>
            <ac:spMk id="24" creationId="{40D4DA80-1832-B463-098E-9182D4187087}"/>
          </ac:spMkLst>
        </pc:spChg>
        <pc:spChg chg="add mod">
          <ac:chgData name="Federico De Mita" userId="6ce638df-d46f-4fb8-b9fa-d85fcdec2cd5" providerId="ADAL" clId="{08362040-18E5-4911-871A-90A5BB37375A}" dt="2025-10-11T10:42:27.920" v="1649" actId="1076"/>
          <ac:spMkLst>
            <pc:docMk/>
            <pc:sldMk cId="3950263107" sldId="264"/>
            <ac:spMk id="25" creationId="{1CB073E3-519F-4CC1-F8AB-BC75DD253C4B}"/>
          </ac:spMkLst>
        </pc:spChg>
        <pc:spChg chg="add mod">
          <ac:chgData name="Federico De Mita" userId="6ce638df-d46f-4fb8-b9fa-d85fcdec2cd5" providerId="ADAL" clId="{08362040-18E5-4911-871A-90A5BB37375A}" dt="2025-10-11T10:42:27.920" v="1649" actId="1076"/>
          <ac:spMkLst>
            <pc:docMk/>
            <pc:sldMk cId="3950263107" sldId="264"/>
            <ac:spMk id="26" creationId="{3F79D8D9-4D4D-3E19-2C55-C83E644BE9AC}"/>
          </ac:spMkLst>
        </pc:spChg>
        <pc:spChg chg="add mod">
          <ac:chgData name="Federico De Mita" userId="6ce638df-d46f-4fb8-b9fa-d85fcdec2cd5" providerId="ADAL" clId="{08362040-18E5-4911-871A-90A5BB37375A}" dt="2025-10-11T10:42:27.920" v="1649" actId="1076"/>
          <ac:spMkLst>
            <pc:docMk/>
            <pc:sldMk cId="3950263107" sldId="264"/>
            <ac:spMk id="27" creationId="{526FCE02-C2D3-BC44-E00E-BE24C2552D89}"/>
          </ac:spMkLst>
        </pc:spChg>
        <pc:spChg chg="add mod">
          <ac:chgData name="Federico De Mita" userId="6ce638df-d46f-4fb8-b9fa-d85fcdec2cd5" providerId="ADAL" clId="{08362040-18E5-4911-871A-90A5BB37375A}" dt="2025-10-11T10:42:27.920" v="1649" actId="1076"/>
          <ac:spMkLst>
            <pc:docMk/>
            <pc:sldMk cId="3950263107" sldId="264"/>
            <ac:spMk id="28" creationId="{FAA9127A-F7F5-1839-F455-BA5891DD79D2}"/>
          </ac:spMkLst>
        </pc:spChg>
        <pc:spChg chg="add mod">
          <ac:chgData name="Federico De Mita" userId="6ce638df-d46f-4fb8-b9fa-d85fcdec2cd5" providerId="ADAL" clId="{08362040-18E5-4911-871A-90A5BB37375A}" dt="2025-10-11T11:10:49.862" v="3115"/>
          <ac:spMkLst>
            <pc:docMk/>
            <pc:sldMk cId="3950263107" sldId="264"/>
            <ac:spMk id="29" creationId="{B4F524EF-A805-4DBD-45D4-9C469767D3A7}"/>
          </ac:spMkLst>
        </pc:spChg>
        <pc:picChg chg="add mod">
          <ac:chgData name="Federico De Mita" userId="6ce638df-d46f-4fb8-b9fa-d85fcdec2cd5" providerId="ADAL" clId="{08362040-18E5-4911-871A-90A5BB37375A}" dt="2025-10-11T10:42:33.509" v="1650" actId="1076"/>
          <ac:picMkLst>
            <pc:docMk/>
            <pc:sldMk cId="3950263107" sldId="264"/>
            <ac:picMk id="4" creationId="{9DA53EAC-9690-CC77-63F3-A03441FD1DA2}"/>
          </ac:picMkLst>
        </pc:picChg>
        <pc:picChg chg="del">
          <ac:chgData name="Federico De Mita" userId="6ce638df-d46f-4fb8-b9fa-d85fcdec2cd5" providerId="ADAL" clId="{08362040-18E5-4911-871A-90A5BB37375A}" dt="2025-10-11T10:29:52.788" v="1454" actId="478"/>
          <ac:picMkLst>
            <pc:docMk/>
            <pc:sldMk cId="3950263107" sldId="264"/>
            <ac:picMk id="7" creationId="{DE06AE3F-8F6D-3F0D-306E-DD182936E8B6}"/>
          </ac:picMkLst>
        </pc:picChg>
        <pc:picChg chg="del">
          <ac:chgData name="Federico De Mita" userId="6ce638df-d46f-4fb8-b9fa-d85fcdec2cd5" providerId="ADAL" clId="{08362040-18E5-4911-871A-90A5BB37375A}" dt="2025-10-11T10:29:52.788" v="1454" actId="478"/>
          <ac:picMkLst>
            <pc:docMk/>
            <pc:sldMk cId="3950263107" sldId="264"/>
            <ac:picMk id="15" creationId="{55927FD0-3B77-454D-95DC-515804DE65CD}"/>
          </ac:picMkLst>
        </pc:picChg>
        <pc:picChg chg="del">
          <ac:chgData name="Federico De Mita" userId="6ce638df-d46f-4fb8-b9fa-d85fcdec2cd5" providerId="ADAL" clId="{08362040-18E5-4911-871A-90A5BB37375A}" dt="2025-10-11T10:29:52.788" v="1454" actId="478"/>
          <ac:picMkLst>
            <pc:docMk/>
            <pc:sldMk cId="3950263107" sldId="264"/>
            <ac:picMk id="19" creationId="{6080D1D5-E6D4-810A-58C3-38FEF31EBA61}"/>
          </ac:picMkLst>
        </pc:picChg>
      </pc:sldChg>
      <pc:sldChg chg="addSp delSp modSp add mod">
        <pc:chgData name="Federico De Mita" userId="6ce638df-d46f-4fb8-b9fa-d85fcdec2cd5" providerId="ADAL" clId="{08362040-18E5-4911-871A-90A5BB37375A}" dt="2025-10-11T11:10:53.552" v="3117"/>
        <pc:sldMkLst>
          <pc:docMk/>
          <pc:sldMk cId="2155507051" sldId="265"/>
        </pc:sldMkLst>
        <pc:spChg chg="del">
          <ac:chgData name="Federico De Mita" userId="6ce638df-d46f-4fb8-b9fa-d85fcdec2cd5" providerId="ADAL" clId="{08362040-18E5-4911-871A-90A5BB37375A}" dt="2025-10-11T10:35:00.216" v="1563" actId="478"/>
          <ac:spMkLst>
            <pc:docMk/>
            <pc:sldMk cId="2155507051" sldId="265"/>
            <ac:spMk id="5" creationId="{FC594521-B673-0197-C6D3-7C8BAFAFAD19}"/>
          </ac:spMkLst>
        </pc:spChg>
        <pc:spChg chg="del">
          <ac:chgData name="Federico De Mita" userId="6ce638df-d46f-4fb8-b9fa-d85fcdec2cd5" providerId="ADAL" clId="{08362040-18E5-4911-871A-90A5BB37375A}" dt="2025-10-11T10:35:00.216" v="1563" actId="478"/>
          <ac:spMkLst>
            <pc:docMk/>
            <pc:sldMk cId="2155507051" sldId="265"/>
            <ac:spMk id="6" creationId="{F8A5189E-FFB2-3740-7F1C-382D900CEAC8}"/>
          </ac:spMkLst>
        </pc:spChg>
        <pc:spChg chg="add del">
          <ac:chgData name="Federico De Mita" userId="6ce638df-d46f-4fb8-b9fa-d85fcdec2cd5" providerId="ADAL" clId="{08362040-18E5-4911-871A-90A5BB37375A}" dt="2025-10-11T10:37:50.631" v="1578" actId="22"/>
          <ac:spMkLst>
            <pc:docMk/>
            <pc:sldMk cId="2155507051" sldId="265"/>
            <ac:spMk id="7" creationId="{98CCE320-C581-E339-78DC-4C30B1174D62}"/>
          </ac:spMkLst>
        </pc:spChg>
        <pc:spChg chg="mod">
          <ac:chgData name="Federico De Mita" userId="6ce638df-d46f-4fb8-b9fa-d85fcdec2cd5" providerId="ADAL" clId="{08362040-18E5-4911-871A-90A5BB37375A}" dt="2025-10-11T10:39:26.529" v="1597" actId="1076"/>
          <ac:spMkLst>
            <pc:docMk/>
            <pc:sldMk cId="2155507051" sldId="265"/>
            <ac:spMk id="9" creationId="{10A27FA3-31C0-F509-47D9-AA895A9935B3}"/>
          </ac:spMkLst>
        </pc:spChg>
        <pc:spChg chg="del">
          <ac:chgData name="Federico De Mita" userId="6ce638df-d46f-4fb8-b9fa-d85fcdec2cd5" providerId="ADAL" clId="{08362040-18E5-4911-871A-90A5BB37375A}" dt="2025-10-11T10:35:00.216" v="1563" actId="478"/>
          <ac:spMkLst>
            <pc:docMk/>
            <pc:sldMk cId="2155507051" sldId="265"/>
            <ac:spMk id="14" creationId="{2C2A246E-FEC3-1123-884C-5847B6B2600D}"/>
          </ac:spMkLst>
        </pc:spChg>
        <pc:spChg chg="del">
          <ac:chgData name="Federico De Mita" userId="6ce638df-d46f-4fb8-b9fa-d85fcdec2cd5" providerId="ADAL" clId="{08362040-18E5-4911-871A-90A5BB37375A}" dt="2025-10-11T10:35:00.216" v="1563" actId="478"/>
          <ac:spMkLst>
            <pc:docMk/>
            <pc:sldMk cId="2155507051" sldId="265"/>
            <ac:spMk id="17" creationId="{259CB65E-7D0C-E8CE-2199-947999229D43}"/>
          </ac:spMkLst>
        </pc:spChg>
        <pc:spChg chg="del">
          <ac:chgData name="Federico De Mita" userId="6ce638df-d46f-4fb8-b9fa-d85fcdec2cd5" providerId="ADAL" clId="{08362040-18E5-4911-871A-90A5BB37375A}" dt="2025-10-11T10:35:00.216" v="1563" actId="478"/>
          <ac:spMkLst>
            <pc:docMk/>
            <pc:sldMk cId="2155507051" sldId="265"/>
            <ac:spMk id="18" creationId="{7C02729A-44C6-1D8E-8B38-14CC1F0DFE49}"/>
          </ac:spMkLst>
        </pc:spChg>
        <pc:spChg chg="add del mod">
          <ac:chgData name="Federico De Mita" userId="6ce638df-d46f-4fb8-b9fa-d85fcdec2cd5" providerId="ADAL" clId="{08362040-18E5-4911-871A-90A5BB37375A}" dt="2025-10-11T10:41:34.689" v="1646" actId="478"/>
          <ac:spMkLst>
            <pc:docMk/>
            <pc:sldMk cId="2155507051" sldId="265"/>
            <ac:spMk id="20" creationId="{667EF264-8FB6-9D80-625E-B0955CD27E69}"/>
          </ac:spMkLst>
        </pc:spChg>
        <pc:spChg chg="del">
          <ac:chgData name="Federico De Mita" userId="6ce638df-d46f-4fb8-b9fa-d85fcdec2cd5" providerId="ADAL" clId="{08362040-18E5-4911-871A-90A5BB37375A}" dt="2025-10-11T11:10:53.034" v="3116" actId="478"/>
          <ac:spMkLst>
            <pc:docMk/>
            <pc:sldMk cId="2155507051" sldId="265"/>
            <ac:spMk id="22" creationId="{7AACC51A-B9AE-04E6-78CF-83409A9AA689}"/>
          </ac:spMkLst>
        </pc:spChg>
        <pc:spChg chg="del mod">
          <ac:chgData name="Federico De Mita" userId="6ce638df-d46f-4fb8-b9fa-d85fcdec2cd5" providerId="ADAL" clId="{08362040-18E5-4911-871A-90A5BB37375A}" dt="2025-10-11T10:35:00.216" v="1563" actId="478"/>
          <ac:spMkLst>
            <pc:docMk/>
            <pc:sldMk cId="2155507051" sldId="265"/>
            <ac:spMk id="24" creationId="{C17FACD8-0989-EF7A-0474-FDC6E04CA812}"/>
          </ac:spMkLst>
        </pc:spChg>
        <pc:spChg chg="del">
          <ac:chgData name="Federico De Mita" userId="6ce638df-d46f-4fb8-b9fa-d85fcdec2cd5" providerId="ADAL" clId="{08362040-18E5-4911-871A-90A5BB37375A}" dt="2025-10-11T10:35:00.216" v="1563" actId="478"/>
          <ac:spMkLst>
            <pc:docMk/>
            <pc:sldMk cId="2155507051" sldId="265"/>
            <ac:spMk id="25" creationId="{36561E41-16F7-29F3-DF98-40FC9A844FEA}"/>
          </ac:spMkLst>
        </pc:spChg>
        <pc:spChg chg="del">
          <ac:chgData name="Federico De Mita" userId="6ce638df-d46f-4fb8-b9fa-d85fcdec2cd5" providerId="ADAL" clId="{08362040-18E5-4911-871A-90A5BB37375A}" dt="2025-10-11T10:35:00.216" v="1563" actId="478"/>
          <ac:spMkLst>
            <pc:docMk/>
            <pc:sldMk cId="2155507051" sldId="265"/>
            <ac:spMk id="26" creationId="{74B856F2-BD12-CC32-00E0-4D5C0CCA73A7}"/>
          </ac:spMkLst>
        </pc:spChg>
        <pc:spChg chg="del">
          <ac:chgData name="Federico De Mita" userId="6ce638df-d46f-4fb8-b9fa-d85fcdec2cd5" providerId="ADAL" clId="{08362040-18E5-4911-871A-90A5BB37375A}" dt="2025-10-11T10:35:00.216" v="1563" actId="478"/>
          <ac:spMkLst>
            <pc:docMk/>
            <pc:sldMk cId="2155507051" sldId="265"/>
            <ac:spMk id="27" creationId="{4EA9B01D-D107-CD9B-FD4C-8071208D2449}"/>
          </ac:spMkLst>
        </pc:spChg>
        <pc:spChg chg="del">
          <ac:chgData name="Federico De Mita" userId="6ce638df-d46f-4fb8-b9fa-d85fcdec2cd5" providerId="ADAL" clId="{08362040-18E5-4911-871A-90A5BB37375A}" dt="2025-10-11T10:35:00.216" v="1563" actId="478"/>
          <ac:spMkLst>
            <pc:docMk/>
            <pc:sldMk cId="2155507051" sldId="265"/>
            <ac:spMk id="28" creationId="{4CB87E83-D9EF-A1B6-1FC5-7F2E5E7AC3F5}"/>
          </ac:spMkLst>
        </pc:spChg>
        <pc:spChg chg="add mod">
          <ac:chgData name="Federico De Mita" userId="6ce638df-d46f-4fb8-b9fa-d85fcdec2cd5" providerId="ADAL" clId="{08362040-18E5-4911-871A-90A5BB37375A}" dt="2025-10-11T10:46:15.330" v="1957" actId="1076"/>
          <ac:spMkLst>
            <pc:docMk/>
            <pc:sldMk cId="2155507051" sldId="265"/>
            <ac:spMk id="29" creationId="{5E707B1E-5311-C876-9D60-302258B07CED}"/>
          </ac:spMkLst>
        </pc:spChg>
        <pc:spChg chg="add mod">
          <ac:chgData name="Federico De Mita" userId="6ce638df-d46f-4fb8-b9fa-d85fcdec2cd5" providerId="ADAL" clId="{08362040-18E5-4911-871A-90A5BB37375A}" dt="2025-10-11T11:10:53.552" v="3117"/>
          <ac:spMkLst>
            <pc:docMk/>
            <pc:sldMk cId="2155507051" sldId="265"/>
            <ac:spMk id="33" creationId="{AF108CE8-1F97-3D19-668D-DD9A9FE400B4}"/>
          </ac:spMkLst>
        </pc:spChg>
        <pc:picChg chg="add mod">
          <ac:chgData name="Federico De Mita" userId="6ce638df-d46f-4fb8-b9fa-d85fcdec2cd5" providerId="ADAL" clId="{08362040-18E5-4911-871A-90A5BB37375A}" dt="2025-10-11T10:41:00.771" v="1642" actId="1037"/>
          <ac:picMkLst>
            <pc:docMk/>
            <pc:sldMk cId="2155507051" sldId="265"/>
            <ac:picMk id="10" creationId="{0E2DFB05-BFB6-8575-0F2F-ED991E51E41D}"/>
          </ac:picMkLst>
        </pc:picChg>
        <pc:picChg chg="add mod">
          <ac:chgData name="Federico De Mita" userId="6ce638df-d46f-4fb8-b9fa-d85fcdec2cd5" providerId="ADAL" clId="{08362040-18E5-4911-871A-90A5BB37375A}" dt="2025-10-11T10:45:53.910" v="1948" actId="1076"/>
          <ac:picMkLst>
            <pc:docMk/>
            <pc:sldMk cId="2155507051" sldId="265"/>
            <ac:picMk id="12" creationId="{5372690A-C345-7B5E-7529-7F78006FE661}"/>
          </ac:picMkLst>
        </pc:picChg>
        <pc:picChg chg="add mod">
          <ac:chgData name="Federico De Mita" userId="6ce638df-d46f-4fb8-b9fa-d85fcdec2cd5" providerId="ADAL" clId="{08362040-18E5-4911-871A-90A5BB37375A}" dt="2025-10-11T10:41:00.771" v="1642" actId="1037"/>
          <ac:picMkLst>
            <pc:docMk/>
            <pc:sldMk cId="2155507051" sldId="265"/>
            <ac:picMk id="15" creationId="{6D472768-0FE8-7F8D-7EA3-29159F455601}"/>
          </ac:picMkLst>
        </pc:picChg>
        <pc:picChg chg="add mod">
          <ac:chgData name="Federico De Mita" userId="6ce638df-d46f-4fb8-b9fa-d85fcdec2cd5" providerId="ADAL" clId="{08362040-18E5-4911-871A-90A5BB37375A}" dt="2025-10-11T10:41:00.771" v="1642" actId="1037"/>
          <ac:picMkLst>
            <pc:docMk/>
            <pc:sldMk cId="2155507051" sldId="265"/>
            <ac:picMk id="19" creationId="{A00CFA10-EF14-E8D7-12DF-C53B5CD8052F}"/>
          </ac:picMkLst>
        </pc:picChg>
        <pc:picChg chg="add mod">
          <ac:chgData name="Federico De Mita" userId="6ce638df-d46f-4fb8-b9fa-d85fcdec2cd5" providerId="ADAL" clId="{08362040-18E5-4911-871A-90A5BB37375A}" dt="2025-10-11T10:46:36.371" v="1962" actId="1076"/>
          <ac:picMkLst>
            <pc:docMk/>
            <pc:sldMk cId="2155507051" sldId="265"/>
            <ac:picMk id="31" creationId="{554BB4DC-983F-19B2-6825-D0F71AFE5ECA}"/>
          </ac:picMkLst>
        </pc:picChg>
        <pc:picChg chg="add mod">
          <ac:chgData name="Federico De Mita" userId="6ce638df-d46f-4fb8-b9fa-d85fcdec2cd5" providerId="ADAL" clId="{08362040-18E5-4911-871A-90A5BB37375A}" dt="2025-10-11T10:46:41.556" v="1964" actId="1076"/>
          <ac:picMkLst>
            <pc:docMk/>
            <pc:sldMk cId="2155507051" sldId="265"/>
            <ac:picMk id="32" creationId="{97740336-5B3B-1F72-EB8F-E016BC7558ED}"/>
          </ac:picMkLst>
        </pc:picChg>
      </pc:sldChg>
      <pc:sldChg chg="addSp delSp modSp add mod">
        <pc:chgData name="Federico De Mita" userId="6ce638df-d46f-4fb8-b9fa-d85fcdec2cd5" providerId="ADAL" clId="{08362040-18E5-4911-871A-90A5BB37375A}" dt="2025-10-11T11:10:56.815" v="3119"/>
        <pc:sldMkLst>
          <pc:docMk/>
          <pc:sldMk cId="768897572" sldId="266"/>
        </pc:sldMkLst>
        <pc:spChg chg="mod">
          <ac:chgData name="Federico De Mita" userId="6ce638df-d46f-4fb8-b9fa-d85fcdec2cd5" providerId="ADAL" clId="{08362040-18E5-4911-871A-90A5BB37375A}" dt="2025-10-11T10:51:32.930" v="2180" actId="1076"/>
          <ac:spMkLst>
            <pc:docMk/>
            <pc:sldMk cId="768897572" sldId="266"/>
            <ac:spMk id="2" creationId="{29E39CF1-9E8B-D0B3-9510-0AF1A6AA9F7A}"/>
          </ac:spMkLst>
        </pc:spChg>
        <pc:spChg chg="add mod">
          <ac:chgData name="Federico De Mita" userId="6ce638df-d46f-4fb8-b9fa-d85fcdec2cd5" providerId="ADAL" clId="{08362040-18E5-4911-871A-90A5BB37375A}" dt="2025-10-11T10:51:39.391" v="2194" actId="1035"/>
          <ac:spMkLst>
            <pc:docMk/>
            <pc:sldMk cId="768897572" sldId="266"/>
            <ac:spMk id="3" creationId="{A932DEC2-68B9-E94C-F946-84845CA72ADD}"/>
          </ac:spMkLst>
        </pc:spChg>
        <pc:spChg chg="add mod">
          <ac:chgData name="Federico De Mita" userId="6ce638df-d46f-4fb8-b9fa-d85fcdec2cd5" providerId="ADAL" clId="{08362040-18E5-4911-871A-90A5BB37375A}" dt="2025-10-11T10:51:39.391" v="2194" actId="1035"/>
          <ac:spMkLst>
            <pc:docMk/>
            <pc:sldMk cId="768897572" sldId="266"/>
            <ac:spMk id="4" creationId="{67FC3343-ABED-6AFC-0A62-9DE826629774}"/>
          </ac:spMkLst>
        </pc:spChg>
        <pc:spChg chg="add mod">
          <ac:chgData name="Federico De Mita" userId="6ce638df-d46f-4fb8-b9fa-d85fcdec2cd5" providerId="ADAL" clId="{08362040-18E5-4911-871A-90A5BB37375A}" dt="2025-10-11T10:51:39.391" v="2194" actId="1035"/>
          <ac:spMkLst>
            <pc:docMk/>
            <pc:sldMk cId="768897572" sldId="266"/>
            <ac:spMk id="7" creationId="{CAA23360-4E17-E19F-25FD-2C46D20D9064}"/>
          </ac:spMkLst>
        </pc:spChg>
        <pc:spChg chg="del">
          <ac:chgData name="Federico De Mita" userId="6ce638df-d46f-4fb8-b9fa-d85fcdec2cd5" providerId="ADAL" clId="{08362040-18E5-4911-871A-90A5BB37375A}" dt="2025-10-11T10:46:55.656" v="1966" actId="478"/>
          <ac:spMkLst>
            <pc:docMk/>
            <pc:sldMk cId="768897572" sldId="266"/>
            <ac:spMk id="9" creationId="{E7A37703-607A-03DF-14E0-70DD5489B2CA}"/>
          </ac:spMkLst>
        </pc:spChg>
        <pc:spChg chg="add mod">
          <ac:chgData name="Federico De Mita" userId="6ce638df-d46f-4fb8-b9fa-d85fcdec2cd5" providerId="ADAL" clId="{08362040-18E5-4911-871A-90A5BB37375A}" dt="2025-10-11T11:10:56.815" v="3119"/>
          <ac:spMkLst>
            <pc:docMk/>
            <pc:sldMk cId="768897572" sldId="266"/>
            <ac:spMk id="14" creationId="{A9EF36E1-ECB6-CE92-7A8B-C884EB8F631E}"/>
          </ac:spMkLst>
        </pc:spChg>
        <pc:spChg chg="del">
          <ac:chgData name="Federico De Mita" userId="6ce638df-d46f-4fb8-b9fa-d85fcdec2cd5" providerId="ADAL" clId="{08362040-18E5-4911-871A-90A5BB37375A}" dt="2025-10-11T11:10:56.179" v="3118" actId="478"/>
          <ac:spMkLst>
            <pc:docMk/>
            <pc:sldMk cId="768897572" sldId="266"/>
            <ac:spMk id="22" creationId="{971D1888-A1AA-8739-5FC1-DB542D7FADF5}"/>
          </ac:spMkLst>
        </pc:spChg>
        <pc:spChg chg="del">
          <ac:chgData name="Federico De Mita" userId="6ce638df-d46f-4fb8-b9fa-d85fcdec2cd5" providerId="ADAL" clId="{08362040-18E5-4911-871A-90A5BB37375A}" dt="2025-10-11T10:46:55.656" v="1966" actId="478"/>
          <ac:spMkLst>
            <pc:docMk/>
            <pc:sldMk cId="768897572" sldId="266"/>
            <ac:spMk id="29" creationId="{ED2FC2F6-9EF2-60D8-A369-28F5B07617D0}"/>
          </ac:spMkLst>
        </pc:spChg>
        <pc:picChg chg="add mod">
          <ac:chgData name="Federico De Mita" userId="6ce638df-d46f-4fb8-b9fa-d85fcdec2cd5" providerId="ADAL" clId="{08362040-18E5-4911-871A-90A5BB37375A}" dt="2025-10-11T10:51:39.391" v="2194" actId="1035"/>
          <ac:picMkLst>
            <pc:docMk/>
            <pc:sldMk cId="768897572" sldId="266"/>
            <ac:picMk id="6" creationId="{8FBE1760-BF5B-1256-090E-12EA025B892A}"/>
          </ac:picMkLst>
        </pc:picChg>
        <pc:picChg chg="add del mod">
          <ac:chgData name="Federico De Mita" userId="6ce638df-d46f-4fb8-b9fa-d85fcdec2cd5" providerId="ADAL" clId="{08362040-18E5-4911-871A-90A5BB37375A}" dt="2025-10-11T10:49:40.556" v="2150" actId="478"/>
          <ac:picMkLst>
            <pc:docMk/>
            <pc:sldMk cId="768897572" sldId="266"/>
            <ac:picMk id="8" creationId="{36E18049-F5D7-AF96-C0C4-EBD60C1A2D36}"/>
          </ac:picMkLst>
        </pc:picChg>
        <pc:picChg chg="del">
          <ac:chgData name="Federico De Mita" userId="6ce638df-d46f-4fb8-b9fa-d85fcdec2cd5" providerId="ADAL" clId="{08362040-18E5-4911-871A-90A5BB37375A}" dt="2025-10-11T10:46:55.656" v="1966" actId="478"/>
          <ac:picMkLst>
            <pc:docMk/>
            <pc:sldMk cId="768897572" sldId="266"/>
            <ac:picMk id="10" creationId="{277251E7-D905-0562-A50D-1F9D35D53AED}"/>
          </ac:picMkLst>
        </pc:picChg>
        <pc:picChg chg="del">
          <ac:chgData name="Federico De Mita" userId="6ce638df-d46f-4fb8-b9fa-d85fcdec2cd5" providerId="ADAL" clId="{08362040-18E5-4911-871A-90A5BB37375A}" dt="2025-10-11T10:46:55.656" v="1966" actId="478"/>
          <ac:picMkLst>
            <pc:docMk/>
            <pc:sldMk cId="768897572" sldId="266"/>
            <ac:picMk id="12" creationId="{EB90152F-A50D-1FD7-94A5-F9C9701E5BB1}"/>
          </ac:picMkLst>
        </pc:picChg>
        <pc:picChg chg="add mod">
          <ac:chgData name="Federico De Mita" userId="6ce638df-d46f-4fb8-b9fa-d85fcdec2cd5" providerId="ADAL" clId="{08362040-18E5-4911-871A-90A5BB37375A}" dt="2025-10-11T10:51:39.391" v="2194" actId="1035"/>
          <ac:picMkLst>
            <pc:docMk/>
            <pc:sldMk cId="768897572" sldId="266"/>
            <ac:picMk id="13" creationId="{04FE9AE4-6758-04D6-BA88-009286A40717}"/>
          </ac:picMkLst>
        </pc:picChg>
        <pc:picChg chg="del">
          <ac:chgData name="Federico De Mita" userId="6ce638df-d46f-4fb8-b9fa-d85fcdec2cd5" providerId="ADAL" clId="{08362040-18E5-4911-871A-90A5BB37375A}" dt="2025-10-11T10:46:55.656" v="1966" actId="478"/>
          <ac:picMkLst>
            <pc:docMk/>
            <pc:sldMk cId="768897572" sldId="266"/>
            <ac:picMk id="15" creationId="{FC7AFE15-65E3-D05C-8806-E139EFAEDB3E}"/>
          </ac:picMkLst>
        </pc:picChg>
        <pc:picChg chg="del">
          <ac:chgData name="Federico De Mita" userId="6ce638df-d46f-4fb8-b9fa-d85fcdec2cd5" providerId="ADAL" clId="{08362040-18E5-4911-871A-90A5BB37375A}" dt="2025-10-11T10:46:55.656" v="1966" actId="478"/>
          <ac:picMkLst>
            <pc:docMk/>
            <pc:sldMk cId="768897572" sldId="266"/>
            <ac:picMk id="19" creationId="{AABF59B1-5CFA-03A5-068C-7449DD4CCF71}"/>
          </ac:picMkLst>
        </pc:picChg>
        <pc:picChg chg="del">
          <ac:chgData name="Federico De Mita" userId="6ce638df-d46f-4fb8-b9fa-d85fcdec2cd5" providerId="ADAL" clId="{08362040-18E5-4911-871A-90A5BB37375A}" dt="2025-10-11T10:46:55.656" v="1966" actId="478"/>
          <ac:picMkLst>
            <pc:docMk/>
            <pc:sldMk cId="768897572" sldId="266"/>
            <ac:picMk id="31" creationId="{AB0AB335-A49A-B24E-9BF3-4CC61AAEC59A}"/>
          </ac:picMkLst>
        </pc:picChg>
        <pc:picChg chg="del">
          <ac:chgData name="Federico De Mita" userId="6ce638df-d46f-4fb8-b9fa-d85fcdec2cd5" providerId="ADAL" clId="{08362040-18E5-4911-871A-90A5BB37375A}" dt="2025-10-11T10:46:55.656" v="1966" actId="478"/>
          <ac:picMkLst>
            <pc:docMk/>
            <pc:sldMk cId="768897572" sldId="266"/>
            <ac:picMk id="32" creationId="{EC90A74D-CB41-FCED-59C4-66DEF10D0FF2}"/>
          </ac:picMkLst>
        </pc:picChg>
      </pc:sldChg>
      <pc:sldChg chg="addSp delSp modSp add mod">
        <pc:chgData name="Federico De Mita" userId="6ce638df-d46f-4fb8-b9fa-d85fcdec2cd5" providerId="ADAL" clId="{08362040-18E5-4911-871A-90A5BB37375A}" dt="2025-10-11T11:11:00.671" v="3121"/>
        <pc:sldMkLst>
          <pc:docMk/>
          <pc:sldMk cId="1472274086" sldId="267"/>
        </pc:sldMkLst>
        <pc:spChg chg="mod">
          <ac:chgData name="Federico De Mita" userId="6ce638df-d46f-4fb8-b9fa-d85fcdec2cd5" providerId="ADAL" clId="{08362040-18E5-4911-871A-90A5BB37375A}" dt="2025-10-11T10:51:18.475" v="2160" actId="1076"/>
          <ac:spMkLst>
            <pc:docMk/>
            <pc:sldMk cId="1472274086" sldId="267"/>
            <ac:spMk id="2" creationId="{7637FDEB-63F6-F3A7-EDBC-0345DF9ECDCA}"/>
          </ac:spMkLst>
        </pc:spChg>
        <pc:spChg chg="mod">
          <ac:chgData name="Federico De Mita" userId="6ce638df-d46f-4fb8-b9fa-d85fcdec2cd5" providerId="ADAL" clId="{08362040-18E5-4911-871A-90A5BB37375A}" dt="2025-10-11T10:52:06.482" v="2220" actId="20577"/>
          <ac:spMkLst>
            <pc:docMk/>
            <pc:sldMk cId="1472274086" sldId="267"/>
            <ac:spMk id="3" creationId="{20797491-204B-98A8-3559-FE44DACA817C}"/>
          </ac:spMkLst>
        </pc:spChg>
        <pc:spChg chg="del mod">
          <ac:chgData name="Federico De Mita" userId="6ce638df-d46f-4fb8-b9fa-d85fcdec2cd5" providerId="ADAL" clId="{08362040-18E5-4911-871A-90A5BB37375A}" dt="2025-10-11T10:51:49.001" v="2195" actId="478"/>
          <ac:spMkLst>
            <pc:docMk/>
            <pc:sldMk cId="1472274086" sldId="267"/>
            <ac:spMk id="4" creationId="{B75276B5-1209-15DF-EB4A-A50BE97ED98A}"/>
          </ac:spMkLst>
        </pc:spChg>
        <pc:spChg chg="del mod">
          <ac:chgData name="Federico De Mita" userId="6ce638df-d46f-4fb8-b9fa-d85fcdec2cd5" providerId="ADAL" clId="{08362040-18E5-4911-871A-90A5BB37375A}" dt="2025-10-11T10:51:49.001" v="2195" actId="478"/>
          <ac:spMkLst>
            <pc:docMk/>
            <pc:sldMk cId="1472274086" sldId="267"/>
            <ac:spMk id="7" creationId="{25CC7C96-2D08-2C67-FC90-EB82E1F3E585}"/>
          </ac:spMkLst>
        </pc:spChg>
        <pc:spChg chg="add mod">
          <ac:chgData name="Federico De Mita" userId="6ce638df-d46f-4fb8-b9fa-d85fcdec2cd5" providerId="ADAL" clId="{08362040-18E5-4911-871A-90A5BB37375A}" dt="2025-10-11T11:02:11.048" v="2294" actId="1035"/>
          <ac:spMkLst>
            <pc:docMk/>
            <pc:sldMk cId="1472274086" sldId="267"/>
            <ac:spMk id="17" creationId="{CA4F95BC-175B-7FAD-42F7-6516B8B1FAE7}"/>
          </ac:spMkLst>
        </pc:spChg>
        <pc:spChg chg="add mod">
          <ac:chgData name="Federico De Mita" userId="6ce638df-d46f-4fb8-b9fa-d85fcdec2cd5" providerId="ADAL" clId="{08362040-18E5-4911-871A-90A5BB37375A}" dt="2025-10-11T11:06:25.990" v="2990" actId="20577"/>
          <ac:spMkLst>
            <pc:docMk/>
            <pc:sldMk cId="1472274086" sldId="267"/>
            <ac:spMk id="18" creationId="{5AAE8BC1-EE95-F0B6-1C92-01CADDCECAEC}"/>
          </ac:spMkLst>
        </pc:spChg>
        <pc:spChg chg="add mod">
          <ac:chgData name="Federico De Mita" userId="6ce638df-d46f-4fb8-b9fa-d85fcdec2cd5" providerId="ADAL" clId="{08362040-18E5-4911-871A-90A5BB37375A}" dt="2025-10-11T11:11:00.671" v="3121"/>
          <ac:spMkLst>
            <pc:docMk/>
            <pc:sldMk cId="1472274086" sldId="267"/>
            <ac:spMk id="19" creationId="{369E6933-52A5-30A4-7D3F-7B0220E4593C}"/>
          </ac:spMkLst>
        </pc:spChg>
        <pc:spChg chg="del">
          <ac:chgData name="Federico De Mita" userId="6ce638df-d46f-4fb8-b9fa-d85fcdec2cd5" providerId="ADAL" clId="{08362040-18E5-4911-871A-90A5BB37375A}" dt="2025-10-11T11:11:00.062" v="3120" actId="478"/>
          <ac:spMkLst>
            <pc:docMk/>
            <pc:sldMk cId="1472274086" sldId="267"/>
            <ac:spMk id="22" creationId="{6B68E476-29E6-A27D-D9C1-1582F5D76DF8}"/>
          </ac:spMkLst>
        </pc:spChg>
        <pc:picChg chg="del mod">
          <ac:chgData name="Federico De Mita" userId="6ce638df-d46f-4fb8-b9fa-d85fcdec2cd5" providerId="ADAL" clId="{08362040-18E5-4911-871A-90A5BB37375A}" dt="2025-10-11T10:51:49.001" v="2195" actId="478"/>
          <ac:picMkLst>
            <pc:docMk/>
            <pc:sldMk cId="1472274086" sldId="267"/>
            <ac:picMk id="6" creationId="{BA2068C6-3370-E3C3-357A-1088B4E60898}"/>
          </ac:picMkLst>
        </pc:picChg>
        <pc:picChg chg="add mod">
          <ac:chgData name="Federico De Mita" userId="6ce638df-d46f-4fb8-b9fa-d85fcdec2cd5" providerId="ADAL" clId="{08362040-18E5-4911-871A-90A5BB37375A}" dt="2025-10-11T11:01:30.970" v="2274" actId="1038"/>
          <ac:picMkLst>
            <pc:docMk/>
            <pc:sldMk cId="1472274086" sldId="267"/>
            <ac:picMk id="8" creationId="{3BDE7A01-FED3-AF07-2A03-60584C8A78CC}"/>
          </ac:picMkLst>
        </pc:picChg>
        <pc:picChg chg="add mod">
          <ac:chgData name="Federico De Mita" userId="6ce638df-d46f-4fb8-b9fa-d85fcdec2cd5" providerId="ADAL" clId="{08362040-18E5-4911-871A-90A5BB37375A}" dt="2025-10-11T11:01:30.970" v="2274" actId="1038"/>
          <ac:picMkLst>
            <pc:docMk/>
            <pc:sldMk cId="1472274086" sldId="267"/>
            <ac:picMk id="10" creationId="{B91100B0-D46A-F2CD-22F6-D534CC41E2C6}"/>
          </ac:picMkLst>
        </pc:picChg>
        <pc:picChg chg="add mod">
          <ac:chgData name="Federico De Mita" userId="6ce638df-d46f-4fb8-b9fa-d85fcdec2cd5" providerId="ADAL" clId="{08362040-18E5-4911-871A-90A5BB37375A}" dt="2025-10-11T11:01:30.970" v="2274" actId="1038"/>
          <ac:picMkLst>
            <pc:docMk/>
            <pc:sldMk cId="1472274086" sldId="267"/>
            <ac:picMk id="12" creationId="{39ED87BA-92E6-FF78-B887-E0D95448CD69}"/>
          </ac:picMkLst>
        </pc:picChg>
        <pc:picChg chg="del mod">
          <ac:chgData name="Federico De Mita" userId="6ce638df-d46f-4fb8-b9fa-d85fcdec2cd5" providerId="ADAL" clId="{08362040-18E5-4911-871A-90A5BB37375A}" dt="2025-10-11T10:51:49.001" v="2195" actId="478"/>
          <ac:picMkLst>
            <pc:docMk/>
            <pc:sldMk cId="1472274086" sldId="267"/>
            <ac:picMk id="13" creationId="{4D4A122E-B8F5-504B-3257-94C9C7CE8D69}"/>
          </ac:picMkLst>
        </pc:picChg>
        <pc:picChg chg="add mod">
          <ac:chgData name="Federico De Mita" userId="6ce638df-d46f-4fb8-b9fa-d85fcdec2cd5" providerId="ADAL" clId="{08362040-18E5-4911-871A-90A5BB37375A}" dt="2025-10-11T11:01:30.970" v="2274" actId="1038"/>
          <ac:picMkLst>
            <pc:docMk/>
            <pc:sldMk cId="1472274086" sldId="267"/>
            <ac:picMk id="15" creationId="{6473B0E0-A1AB-5D3B-E24A-A11F620D6205}"/>
          </ac:picMkLst>
        </pc:picChg>
      </pc:sldChg>
      <pc:sldChg chg="new del">
        <pc:chgData name="Federico De Mita" userId="6ce638df-d46f-4fb8-b9fa-d85fcdec2cd5" providerId="ADAL" clId="{08362040-18E5-4911-871A-90A5BB37375A}" dt="2025-10-11T10:51:04.762" v="2158" actId="47"/>
        <pc:sldMkLst>
          <pc:docMk/>
          <pc:sldMk cId="3369935716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3B95F8-C010-1AE1-BBC7-5B486F732B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32E46-4BB1-8C41-C789-B421F5B155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0A794-7286-4695-8684-5349FD16D5BC}" type="datetimeFigureOut">
              <a:rPr lang="en-GB" smtClean="0"/>
              <a:t>11/10/2025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3447C-5B32-0A81-21A6-FB0FB82B09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E9CF5-E5AD-1579-8D31-791CB9D847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590F4-D9B5-4F6C-B1CB-2BE3552E60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69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81D95-1C61-407D-9594-99A9829EEA40}" type="datetimeFigureOut">
              <a:rPr lang="en-GB" smtClean="0"/>
              <a:t>11/10/2025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F8113-B5B8-4439-8A06-D34CE86340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035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2962-E753-6BA8-FF36-8BF3C43AF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31E0C-D5DC-9B6D-5477-52CB55690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A002F-ACFD-6479-CFA7-7E2A05F7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0DDC6-5BDC-4C30-98F9-74F9AA818D0A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80B3C-F5BF-F2DE-292B-24ADB070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B79F4-E8B6-D9BD-E6CB-45029DEC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519A29-C083-15A4-EE8E-02A5114BD08C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806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60086-D65D-0F0B-817B-183F8435F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87DAB-EE95-2013-3FA0-62BB0D598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B4F56-E463-A23C-5ADE-C7D5F1AE8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9F11A-6B1B-85E6-8614-280743E9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C87A-1275-9E35-2E13-6853F5E8F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28DC3C-04F7-3C74-47F3-AA21447A8E87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657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417D7-B820-C34D-1059-2FFB22722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2A81C-F182-0E37-7715-40BBC48E6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8A509-46D9-B6A4-108C-FCE794B38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1E6C7-3888-4FA4-9BA6-16D991C40D3B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9EFDA-658F-0696-C9C3-4002EDF38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ACAEA-1ED9-9DD8-655B-AA0BD3981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DC21A5-2726-8E73-341F-F50BF6180206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688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19B4-18A9-3B40-B993-A1984EBA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3056-F0E4-C3CE-F8E4-67030B62A7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59BAC-0FC6-82E7-5935-E23EC6C07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CC21A-F0B1-541A-8E5F-2A392903A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EF22-530E-434E-8E26-D4B801879EE5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2D07F-212D-D9E1-F610-A43C9B80F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58854-DD17-8503-B219-44DB1A6F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38869-7EAF-C96B-34B8-D15AD6BFFB0E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808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29BA-7A7B-0CB6-77DB-7263CD75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BC4A1-9A5C-EA7E-4379-C3F2C8AA7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6B61E-1674-5591-393E-371800FDD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C326D-B6D2-E517-2DA4-2F6B500D61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D5BCE-E6DD-C3E0-D1A0-3C806F504A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72D387-6992-07F7-F8F1-C83AD976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27E6-61A6-4EC6-A859-5D5FE0DCD202}" type="datetime1">
              <a:rPr lang="LID4096" smtClean="0"/>
              <a:t>10/11/2025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436F7C-C549-ADCA-617D-9CAC082D5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2AB32-953F-2681-98BD-9546F422A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6D92BC-B15D-D0EB-928A-0F89AA8A9454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81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3FC3A-5575-AB7C-7812-2982F496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F16E7-ECB9-8504-0DD8-3DC22F0D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17BA-F67A-48D3-9AB9-1892FB53DA93}" type="datetime1">
              <a:rPr lang="LID4096" smtClean="0"/>
              <a:t>10/11/2025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2B695-80FA-EE67-05E3-2DB98C56B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C6A54-32CA-FE77-D189-BD6E383A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15E13D-0694-5CFC-8778-9B98275D22EB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99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08DF03-22EF-7CA6-0CBE-DF746EA28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300EA-3E62-40BB-8BC4-D95CE08ADD3D}" type="datetime1">
              <a:rPr lang="LID4096" smtClean="0"/>
              <a:t>10/11/2025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C5596-7B20-267C-89F1-793C5720F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0ED65-3899-CB71-A18E-E9A6C324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C07FE5-AFB6-D790-0FCF-3841CAF4E100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69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19907-E5BF-6D30-9429-E2BFBC79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8563-18D2-3688-688A-ADB0183BA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4DA0B-B347-4B25-D4B3-8C665C1E1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A42A1-DB06-4A9F-1A3E-1D4D06552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6E73-7337-44F1-AA36-B0E3F8A3B4C4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C19BA-B4D0-0C87-2482-C9479129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50F02-AD03-002C-6B19-0B903047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35011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F9A77-A8D6-FEB6-E9FA-8A364AB65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CB1BC-016E-AFB5-EEBB-FA6BA810EE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96D80-7379-C27A-ACD8-D82810C5E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06174-7916-51F7-62AD-12C5D2DE8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D2DEE-C8B1-453C-AF05-9B3BCCEA57F2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4122F-6B51-77A2-CBD1-F495AB05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CCE9B-74A6-E5AD-2940-F4E1EAB3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274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05F1A-D5C7-59CE-65CE-1AE1EEEE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4E51D-3B33-5B53-17F7-EB1B750CB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24709-27B4-3D97-2B80-B3D8F47A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902D-3BD4-4E6E-9575-6A90A080DD73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DB856-BD13-300D-0EB9-008FFDA25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4A13F-5665-F53F-DBB8-7F45D6806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0058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B4948-E984-009A-43F1-937A546DE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45881A-DA8B-0888-3E03-1530EF7BB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EF83A-8A48-2578-ADDF-EE7CD9D51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9473-CBD0-468C-BC27-FD94E9807EC4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8181A-1310-84C7-05C3-30F1B285D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07DBA-3E57-0507-983F-57A564ACA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7163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CC68E-F674-9F4A-F717-4ED71DA6C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Exercise Number 1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FD8DE-DE09-9E05-48B7-7121EAFE5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935CC-DACC-A3FB-79A0-67E153F09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EBA61-CB71-4CD7-B4F9-2538B5A908E0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F8E77-4498-E647-0A2D-3DD475B81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DE"/>
              <a:t>Group 3: group members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D7A62-8064-1B2D-3CA9-BAF520E90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 dirty="0"/>
          </a:p>
        </p:txBody>
      </p:sp>
      <p:pic>
        <p:nvPicPr>
          <p:cNvPr id="8" name="Picture 7" descr="A colorful squares with text&#10;&#10;AI-generated content may be incorrect.">
            <a:extLst>
              <a:ext uri="{FF2B5EF4-FFF2-40B4-BE49-F238E27FC236}">
                <a16:creationId xmlns:a16="http://schemas.microsoft.com/office/drawing/2014/main" id="{9489025A-229B-3639-223C-C10F2CD4041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259" y="365125"/>
            <a:ext cx="1698445" cy="112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1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emf"/><Relationship Id="rId7" Type="http://schemas.openxmlformats.org/officeDocument/2006/relationships/image" Target="../media/image27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90EAC-756A-60B6-38CA-FEA221960A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Controller design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C6B3A-051D-D11E-4616-09A53BDD14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Presentation </a:t>
            </a:r>
            <a:r>
              <a:rPr lang="it-IT" dirty="0" err="1"/>
              <a:t>Exercise</a:t>
            </a:r>
            <a:r>
              <a:rPr lang="it-IT" dirty="0"/>
              <a:t> 2:</a:t>
            </a:r>
          </a:p>
          <a:p>
            <a:r>
              <a:rPr lang="it-IT" dirty="0"/>
              <a:t>Baseline Torque controller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1C7DF-E769-199A-7202-90CD11357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DF86-521C-4C1B-AD7C-7AA46D312C62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F91B6-526A-391E-8A13-F0DE0ACC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86A1C-5B8D-4356-0704-541B7780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1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491019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0E08B-F779-A8D8-4857-18AE607A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1 – Design of a Baseline Torque Controller</a:t>
            </a:r>
            <a:endParaRPr lang="en-GB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A8F45-0137-9670-0923-3C7C7D97E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292" y="1635368"/>
            <a:ext cx="11078308" cy="4541594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b) </a:t>
            </a:r>
            <a:r>
              <a:rPr lang="it-IT" dirty="0" err="1"/>
              <a:t>Parameter</a:t>
            </a:r>
            <a:r>
              <a:rPr lang="it-IT" dirty="0"/>
              <a:t> </a:t>
            </a:r>
            <a:r>
              <a:rPr lang="it-IT" dirty="0" err="1"/>
              <a:t>determination</a:t>
            </a:r>
            <a:r>
              <a:rPr lang="it-IT" dirty="0"/>
              <a:t> for baseline controller:</a:t>
            </a:r>
          </a:p>
          <a:p>
            <a:pPr marL="457200" lvl="1" indent="0">
              <a:buNone/>
            </a:pPr>
            <a:r>
              <a:rPr lang="en-GB" dirty="0"/>
              <a:t>• </a:t>
            </a:r>
            <a:r>
              <a:rPr lang="en-GB" dirty="0" err="1"/>
              <a:t>Parameter.VSC.k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• </a:t>
            </a:r>
            <a:r>
              <a:rPr lang="en-GB" dirty="0" err="1"/>
              <a:t>Parameter.VSC.M_g_rated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• Parameter.VSC.a_1_5</a:t>
            </a:r>
          </a:p>
          <a:p>
            <a:pPr marL="457200" lvl="1" indent="0">
              <a:buNone/>
            </a:pPr>
            <a:r>
              <a:rPr lang="en-GB" dirty="0"/>
              <a:t>• Parameter.VSC.b_1_5</a:t>
            </a:r>
          </a:p>
          <a:p>
            <a:pPr marL="457200" lvl="1" indent="0">
              <a:buNone/>
            </a:pPr>
            <a:r>
              <a:rPr lang="en-GB" dirty="0"/>
              <a:t>• Parameter.VSC.a_2_5</a:t>
            </a:r>
          </a:p>
          <a:p>
            <a:pPr marL="457200" lvl="1" indent="0">
              <a:buNone/>
            </a:pPr>
            <a:r>
              <a:rPr lang="en-GB" dirty="0"/>
              <a:t>• Parameter.VSC.b_2_5</a:t>
            </a:r>
          </a:p>
          <a:p>
            <a:pPr marL="457200" lvl="1" indent="0">
              <a:buNone/>
            </a:pPr>
            <a:endParaRPr lang="en-GB" dirty="0"/>
          </a:p>
          <a:p>
            <a:pPr marL="0" lvl="1" indent="0">
              <a:buNone/>
            </a:pPr>
            <a:r>
              <a:rPr lang="en-GB" dirty="0"/>
              <a:t>Calculation in the </a:t>
            </a:r>
            <a:r>
              <a:rPr lang="en-GB" dirty="0">
                <a:solidFill>
                  <a:srgbClr val="FF0000"/>
                </a:solidFill>
              </a:rPr>
              <a:t>Exercise02_TorqueControllerDesign.m </a:t>
            </a:r>
            <a:r>
              <a:rPr lang="en-GB" dirty="0"/>
              <a:t>file and implementation for the simulation in the </a:t>
            </a:r>
            <a:r>
              <a:rPr lang="en-GB" dirty="0">
                <a:solidFill>
                  <a:srgbClr val="FF0000"/>
                </a:solidFill>
              </a:rPr>
              <a:t>NREL5MWDefaultParameter_FBNREL_TorqueController.m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72829-8391-29F5-695F-63BDB5D10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EF18C-C5B8-AB75-8D26-BE4CB08D4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2</a:t>
            </a:fld>
            <a:endParaRPr lang="en-DE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C079E31-6EBD-DDF9-5DF5-5F79F389E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9336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3D67D-72BA-8377-1557-5E1C73DA1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8E838-1D4D-7A39-99CC-37A428DA7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1 – Design of a Baseline Torque Controller</a:t>
            </a:r>
            <a:endParaRPr lang="en-GB" sz="3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72236-BF73-6D5C-4FCC-BE14C2FC6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A68EC-020C-EEEE-55F2-F5D9E085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3</a:t>
            </a:fld>
            <a:endParaRPr lang="en-D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495751-531F-BBFD-89AB-6B5F8B668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233"/>
            <a:ext cx="10515600" cy="12342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/>
              <a:t>b) </a:t>
            </a:r>
            <a:r>
              <a:rPr lang="it-IT" sz="2000" dirty="0" err="1"/>
              <a:t>Parameter</a:t>
            </a:r>
            <a:r>
              <a:rPr lang="it-IT" sz="2000" dirty="0"/>
              <a:t> </a:t>
            </a:r>
            <a:r>
              <a:rPr lang="it-IT" sz="2000" dirty="0" err="1"/>
              <a:t>determination</a:t>
            </a:r>
            <a:r>
              <a:rPr lang="it-IT" sz="2000" dirty="0"/>
              <a:t> for baseline controller:</a:t>
            </a:r>
          </a:p>
          <a:p>
            <a:pPr marL="0" indent="0">
              <a:buNone/>
            </a:pPr>
            <a:r>
              <a:rPr lang="en-GB" sz="2000" dirty="0"/>
              <a:t>• </a:t>
            </a:r>
            <a:r>
              <a:rPr lang="en-GB" sz="2000" dirty="0" err="1"/>
              <a:t>Parameter.VSC.M_g_rated</a:t>
            </a:r>
            <a:endParaRPr lang="en-GB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DAA80E-6848-1A40-3EC4-5586D584C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86" y="2468623"/>
            <a:ext cx="9593014" cy="1066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F3E1F6-5FE5-4E12-6A3E-566AD6F332CC}"/>
              </a:ext>
            </a:extLst>
          </p:cNvPr>
          <p:cNvSpPr txBox="1"/>
          <p:nvPr/>
        </p:nvSpPr>
        <p:spPr>
          <a:xfrm>
            <a:off x="838200" y="3702905"/>
            <a:ext cx="3991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• </a:t>
            </a:r>
            <a:r>
              <a:rPr lang="en-GB" sz="2000" dirty="0" err="1"/>
              <a:t>Parameter.VSC.k</a:t>
            </a:r>
            <a:endParaRPr lang="en-GB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8455D3-7280-D81E-00EA-25FDA56A1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73351"/>
            <a:ext cx="7004914" cy="9686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398D2B-D07D-6464-761B-15CA25AD1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509023"/>
            <a:ext cx="7004914" cy="6400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F13917-22EA-6EB3-C71B-A57FFC8B3A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46" y="5028086"/>
            <a:ext cx="7315200" cy="2856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A0906B-35BC-A227-D811-C688A71A2AD2}"/>
                  </a:ext>
                </a:extLst>
              </p:cNvPr>
              <p:cNvSpPr txBox="1"/>
              <p:nvPr/>
            </p:nvSpPr>
            <p:spPr>
              <a:xfrm>
                <a:off x="9367040" y="3183949"/>
                <a:ext cx="185957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=43093.6</m:t>
                      </m:r>
                      <m:r>
                        <a:rPr lang="it-IT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𝑁𝑚</m:t>
                      </m:r>
                      <m:r>
                        <a:rPr lang="it-IT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A0906B-35BC-A227-D811-C688A71A2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7040" y="3183949"/>
                <a:ext cx="1859574" cy="307777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E25EA3-2050-37F0-42BE-F6DF30A0C865}"/>
                  </a:ext>
                </a:extLst>
              </p:cNvPr>
              <p:cNvSpPr txBox="1"/>
              <p:nvPr/>
            </p:nvSpPr>
            <p:spPr>
              <a:xfrm>
                <a:off x="9358248" y="5741235"/>
                <a:ext cx="185957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=2.32318</m:t>
                      </m:r>
                      <m:r>
                        <a:rPr lang="it-IT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[−]</m:t>
                      </m:r>
                    </m:oMath>
                  </m:oMathPara>
                </a14:m>
                <a:endParaRPr lang="en-GB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E25EA3-2050-37F0-42BE-F6DF30A0C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248" y="5741235"/>
                <a:ext cx="1859574" cy="307777"/>
              </a:xfrm>
              <a:prstGeom prst="rect">
                <a:avLst/>
              </a:prstGeom>
              <a:blipFill>
                <a:blip r:embed="rId7"/>
                <a:stretch>
                  <a:fillRect t="-2000" b="-3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C20FE2E6-E720-62A8-A4AE-0A0584520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8166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B4AEA-A562-308A-1BEB-DC8AA546E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6EDB0-5111-66B1-9095-1254C6AF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1 – Design of a Baseline Torque Controller</a:t>
            </a:r>
            <a:endParaRPr lang="en-GB" sz="3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9D0C4-E574-1B96-702F-234A813D7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2AD2E-E4F1-5B52-9722-FE6E4D0C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4</a:t>
            </a:fld>
            <a:endParaRPr lang="en-D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38F374-7DFE-05E4-BBC2-C69F7009A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3961811"/>
            <a:ext cx="10515600" cy="171456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dirty="0"/>
              <a:t>• Parameter.VSC.a_2_5</a:t>
            </a:r>
          </a:p>
          <a:p>
            <a:pPr marL="0" indent="0">
              <a:buNone/>
            </a:pPr>
            <a:r>
              <a:rPr lang="en-GB" sz="2000" dirty="0"/>
              <a:t>• Parameter.VSC.b_2_5</a:t>
            </a:r>
            <a:endParaRPr lang="en-GB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64F11D-91DC-6075-AD89-34448D48D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946013"/>
            <a:ext cx="5545015" cy="2015798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0374BA6-94FD-26C1-061D-52B5E16F9C03}"/>
              </a:ext>
            </a:extLst>
          </p:cNvPr>
          <p:cNvSpPr txBox="1">
            <a:spLocks/>
          </p:cNvSpPr>
          <p:nvPr/>
        </p:nvSpPr>
        <p:spPr>
          <a:xfrm>
            <a:off x="990600" y="1407255"/>
            <a:ext cx="10515600" cy="1714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000" dirty="0"/>
              <a:t>b) </a:t>
            </a:r>
            <a:r>
              <a:rPr lang="it-IT" sz="2000" dirty="0" err="1"/>
              <a:t>Parameter</a:t>
            </a:r>
            <a:r>
              <a:rPr lang="it-IT" sz="2000" dirty="0"/>
              <a:t> </a:t>
            </a:r>
            <a:r>
              <a:rPr lang="it-IT" sz="2000" dirty="0" err="1"/>
              <a:t>determination</a:t>
            </a:r>
            <a:r>
              <a:rPr lang="it-IT" sz="2000" dirty="0"/>
              <a:t> for baseline controller: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2000" dirty="0"/>
              <a:t>• Parameter.VSC.a_1_5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• Parameter.VSC.b_1_5</a:t>
            </a:r>
            <a:endParaRPr lang="en-GB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A2AB303-29DA-9132-A78B-000249020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029" y="4176346"/>
            <a:ext cx="5661434" cy="18655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FF1704-65B9-E46D-69F6-AFFA3E975AB4}"/>
                  </a:ext>
                </a:extLst>
              </p:cNvPr>
              <p:cNvSpPr txBox="1"/>
              <p:nvPr/>
            </p:nvSpPr>
            <p:spPr>
              <a:xfrm>
                <a:off x="8304335" y="3370373"/>
                <a:ext cx="10243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918.23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FF1704-65B9-E46D-69F6-AFFA3E975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335" y="3370373"/>
                <a:ext cx="1024318" cy="276999"/>
              </a:xfrm>
              <a:prstGeom prst="rect">
                <a:avLst/>
              </a:prstGeom>
              <a:blipFill>
                <a:blip r:embed="rId4"/>
                <a:stretch>
                  <a:fillRect l="-1786" r="-5952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18D537-46F0-D086-C47E-81C4C5E3B392}"/>
                  </a:ext>
                </a:extLst>
              </p:cNvPr>
              <p:cNvSpPr txBox="1"/>
              <p:nvPr/>
            </p:nvSpPr>
            <p:spPr>
              <a:xfrm>
                <a:off x="8307270" y="3637073"/>
                <a:ext cx="11782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=-64425.1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18D537-46F0-D086-C47E-81C4C5E3B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270" y="3637073"/>
                <a:ext cx="1178208" cy="276999"/>
              </a:xfrm>
              <a:prstGeom prst="rect">
                <a:avLst/>
              </a:prstGeom>
              <a:blipFill>
                <a:blip r:embed="rId5"/>
                <a:stretch>
                  <a:fillRect l="-2073" r="-5181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0A76FB-8BE3-29AD-3295-6A27A193037E}"/>
                  </a:ext>
                </a:extLst>
              </p:cNvPr>
              <p:cNvSpPr txBox="1"/>
              <p:nvPr/>
            </p:nvSpPr>
            <p:spPr>
              <a:xfrm>
                <a:off x="8301400" y="5383582"/>
                <a:ext cx="1101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=3915.26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0A76FB-8BE3-29AD-3295-6A27A1930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400" y="5383582"/>
                <a:ext cx="1101264" cy="276999"/>
              </a:xfrm>
              <a:prstGeom prst="rect">
                <a:avLst/>
              </a:prstGeom>
              <a:blipFill>
                <a:blip r:embed="rId6"/>
                <a:stretch>
                  <a:fillRect l="-2222" r="-5556"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25E095B-538B-C021-B036-5F246B5DF091}"/>
                  </a:ext>
                </a:extLst>
              </p:cNvPr>
              <p:cNvSpPr txBox="1"/>
              <p:nvPr/>
            </p:nvSpPr>
            <p:spPr>
              <a:xfrm>
                <a:off x="8304335" y="5650282"/>
                <a:ext cx="11349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-438130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25E095B-538B-C021-B036-5F246B5DF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335" y="5650282"/>
                <a:ext cx="1134926" cy="276999"/>
              </a:xfrm>
              <a:prstGeom prst="rect">
                <a:avLst/>
              </a:prstGeom>
              <a:blipFill>
                <a:blip r:embed="rId7"/>
                <a:stretch>
                  <a:fillRect l="-1613" r="-5376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CB2BB8E8-4C0E-16F1-AFAA-9BB21E1A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537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34569-F5A3-29B2-22F7-6FC5939F5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359D-5956-C5D2-478A-F0E2388E0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1 – Design of a Baseline Torque Controller</a:t>
            </a:r>
            <a:endParaRPr lang="en-GB" sz="3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BD795-43C7-448F-2853-A3C156ADC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20FB7-64DA-6954-AB2B-E926E7678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5</a:t>
            </a:fld>
            <a:endParaRPr lang="en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7">
                <a:extLst>
                  <a:ext uri="{FF2B5EF4-FFF2-40B4-BE49-F238E27FC236}">
                    <a16:creationId xmlns:a16="http://schemas.microsoft.com/office/drawing/2014/main" id="{80CE663F-93A9-CE0D-D036-5C554E139D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584692"/>
                <a:ext cx="10515600" cy="7644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it-IT" sz="2000" dirty="0"/>
                  <a:t>c) </a:t>
                </a:r>
                <a:r>
                  <a:rPr lang="it-IT" sz="2000" dirty="0" err="1"/>
                  <a:t>Calculate</a:t>
                </a:r>
                <a:r>
                  <a:rPr lang="it-IT" sz="2000" dirty="0"/>
                  <a:t>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it-IT" sz="2000" dirty="0"/>
                  <a:t> and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it-IT" sz="2000" dirty="0"/>
                  <a:t> to </a:t>
                </a:r>
                <a:r>
                  <a:rPr lang="it-IT" sz="2000" dirty="0" err="1"/>
                  <a:t>reach</a:t>
                </a:r>
                <a:r>
                  <a:rPr lang="it-IT" sz="2000" dirty="0"/>
                  <a:t> a </a:t>
                </a:r>
                <a:r>
                  <a:rPr lang="it-IT" sz="2000" dirty="0" err="1"/>
                  <a:t>higher</a:t>
                </a:r>
                <a:r>
                  <a:rPr lang="it-IT" sz="2000" dirty="0"/>
                  <a:t> </a:t>
                </a:r>
                <a:r>
                  <a:rPr lang="it-IT" sz="2000" dirty="0" err="1"/>
                  <a:t>value</a:t>
                </a:r>
                <a:r>
                  <a:rPr lang="it-IT" sz="200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it-IT" sz="2000" dirty="0"/>
              </a:p>
            </p:txBody>
          </p:sp>
        </mc:Choice>
        <mc:Fallback>
          <p:sp>
            <p:nvSpPr>
              <p:cNvPr id="9" name="Content Placeholder 7">
                <a:extLst>
                  <a:ext uri="{FF2B5EF4-FFF2-40B4-BE49-F238E27FC236}">
                    <a16:creationId xmlns:a16="http://schemas.microsoft.com/office/drawing/2014/main" id="{80CE663F-93A9-CE0D-D036-5C554E139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84692"/>
                <a:ext cx="10515600" cy="764445"/>
              </a:xfrm>
              <a:prstGeom prst="rect">
                <a:avLst/>
              </a:prstGeom>
              <a:blipFill>
                <a:blip r:embed="rId2"/>
                <a:stretch>
                  <a:fillRect l="-638" t="-6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7">
                <a:extLst>
                  <a:ext uri="{FF2B5EF4-FFF2-40B4-BE49-F238E27FC236}">
                    <a16:creationId xmlns:a16="http://schemas.microsoft.com/office/drawing/2014/main" id="{9A67CC35-D011-3B6A-3284-B843C8A3BF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145810"/>
                <a:ext cx="10515600" cy="7644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it-IT" sz="2000" dirty="0">
                    <a:latin typeface="Monospaced"/>
                  </a:rPr>
                  <a:t>We </a:t>
                </a:r>
                <a:r>
                  <a:rPr lang="it-IT" sz="2000" dirty="0" err="1">
                    <a:latin typeface="Monospaced"/>
                  </a:rPr>
                  <a:t>calculate</a:t>
                </a:r>
                <a:r>
                  <a:rPr lang="it-IT" sz="2000" dirty="0">
                    <a:latin typeface="Monospaced"/>
                  </a:rPr>
                  <a:t>, for a </a:t>
                </a:r>
                <a:r>
                  <a:rPr lang="it-IT" sz="2000" dirty="0" err="1">
                    <a:latin typeface="Monospaced"/>
                  </a:rPr>
                  <a:t>reference</a:t>
                </a:r>
                <a:r>
                  <a:rPr lang="it-IT" sz="2000" dirty="0">
                    <a:latin typeface="Monospaced"/>
                  </a:rPr>
                  <a:t> </a:t>
                </a:r>
                <a:r>
                  <a:rPr lang="it-IT" sz="2000" dirty="0" err="1">
                    <a:latin typeface="Monospaced"/>
                  </a:rPr>
                  <a:t>value</a:t>
                </a:r>
                <a:r>
                  <a:rPr lang="it-IT" sz="2000" dirty="0">
                    <a:latin typeface="Monospaced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smtClean="0">
                            <a:latin typeface="Monospaced"/>
                          </a:rPr>
                        </m:ctrlPr>
                      </m:sSubPr>
                      <m:e>
                        <m:r>
                          <a:rPr lang="it-IT" sz="2000" b="0" i="1" smtClean="0">
                            <a:latin typeface="Monospaced"/>
                          </a:rPr>
                          <m:t>𝑐</m:t>
                        </m:r>
                      </m:e>
                      <m:sub>
                        <m:r>
                          <a:rPr lang="it-IT" sz="2000" b="0" i="1" smtClean="0">
                            <a:latin typeface="Monospaced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it-IT" sz="2000" dirty="0">
                    <a:latin typeface="Monospaced"/>
                  </a:rPr>
                  <a:t> the maximum </a:t>
                </a:r>
                <a:r>
                  <a:rPr lang="it-IT" sz="2000" dirty="0" err="1">
                    <a:latin typeface="Monospaced"/>
                  </a:rPr>
                  <a:t>value</a:t>
                </a:r>
                <a:r>
                  <a:rPr lang="it-IT" sz="2000" dirty="0">
                    <a:latin typeface="Monospaced"/>
                  </a:rPr>
                  <a:t> </a:t>
                </a:r>
                <a:r>
                  <a:rPr lang="it-IT" sz="2000" dirty="0" err="1">
                    <a:latin typeface="Monospaced"/>
                  </a:rPr>
                  <a:t>that</a:t>
                </a:r>
                <a:r>
                  <a:rPr lang="it-IT" sz="2000" dirty="0">
                    <a:latin typeface="Monospaced"/>
                  </a:rPr>
                  <a:t> </a:t>
                </a:r>
                <a:r>
                  <a:rPr lang="it-IT" sz="2000" dirty="0" err="1">
                    <a:latin typeface="Monospaced"/>
                  </a:rPr>
                  <a:t>we</a:t>
                </a:r>
                <a:r>
                  <a:rPr lang="it-IT" sz="2000" dirty="0">
                    <a:latin typeface="Monospaced"/>
                  </a:rPr>
                  <a:t> can </a:t>
                </a:r>
                <a:r>
                  <a:rPr lang="it-IT" sz="2000" dirty="0" err="1">
                    <a:latin typeface="Monospaced"/>
                  </a:rPr>
                  <a:t>find</a:t>
                </a:r>
                <a:r>
                  <a:rPr lang="it-IT" sz="2000" dirty="0">
                    <a:latin typeface="Monospaced"/>
                  </a:rPr>
                  <a:t> 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Monospaced"/>
                          </a:rPr>
                        </m:ctrlPr>
                      </m:sSubPr>
                      <m:e>
                        <m:r>
                          <a:rPr lang="it-IT" sz="2000" i="1">
                            <a:latin typeface="Monospaced"/>
                          </a:rPr>
                          <m:t>𝑐</m:t>
                        </m:r>
                      </m:e>
                      <m:sub>
                        <m:r>
                          <a:rPr lang="it-IT" sz="2000" i="1">
                            <a:latin typeface="Monospaced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it-IT" sz="2000" dirty="0">
                    <a:latin typeface="Monospaced"/>
                  </a:rPr>
                  <a:t> </a:t>
                </a:r>
                <a:r>
                  <a:rPr lang="it-IT" sz="2000" dirty="0" err="1">
                    <a:latin typeface="Monospaced"/>
                  </a:rPr>
                  <a:t>matrix</a:t>
                </a:r>
                <a:r>
                  <a:rPr lang="it-IT" sz="2000" dirty="0">
                    <a:latin typeface="Monospaced"/>
                  </a:rPr>
                  <a:t>:</a:t>
                </a:r>
              </a:p>
              <a:p>
                <a:pPr marL="0" indent="0">
                  <a:buNone/>
                </a:pPr>
                <a:endParaRPr lang="it-IT" sz="2000" dirty="0">
                  <a:latin typeface="Monospaced"/>
                </a:endParaRPr>
              </a:p>
              <a:p>
                <a:pPr marL="0" indent="0">
                  <a:buNone/>
                </a:pPr>
                <a:endParaRPr lang="it-IT" sz="2000" dirty="0">
                  <a:latin typeface="Monospaced"/>
                </a:endParaRPr>
              </a:p>
            </p:txBody>
          </p:sp>
        </mc:Choice>
        <mc:Fallback>
          <p:sp>
            <p:nvSpPr>
              <p:cNvPr id="11" name="Content Placeholder 7">
                <a:extLst>
                  <a:ext uri="{FF2B5EF4-FFF2-40B4-BE49-F238E27FC236}">
                    <a16:creationId xmlns:a16="http://schemas.microsoft.com/office/drawing/2014/main" id="{9A67CC35-D011-3B6A-3284-B843C8A3B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45810"/>
                <a:ext cx="10515600" cy="764445"/>
              </a:xfrm>
              <a:prstGeom prst="rect">
                <a:avLst/>
              </a:prstGeom>
              <a:blipFill>
                <a:blip r:embed="rId3"/>
                <a:stretch>
                  <a:fillRect l="-638" t="-72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9919CF99-C5DF-D9A6-E311-3009DDFA1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651822"/>
            <a:ext cx="7668695" cy="1371791"/>
          </a:xfrm>
          <a:prstGeom prst="rect">
            <a:avLst/>
          </a:prstGeom>
        </p:spPr>
      </p:pic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5BB39634-D3CC-DBCC-7701-7C70E54FEBC6}"/>
              </a:ext>
            </a:extLst>
          </p:cNvPr>
          <p:cNvSpPr txBox="1">
            <a:spLocks/>
          </p:cNvSpPr>
          <p:nvPr/>
        </p:nvSpPr>
        <p:spPr>
          <a:xfrm>
            <a:off x="665284" y="4326298"/>
            <a:ext cx="10861431" cy="764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000" dirty="0">
                <a:latin typeface="Monospaced"/>
              </a:rPr>
              <a:t>We </a:t>
            </a:r>
            <a:r>
              <a:rPr lang="it-IT" sz="2000" dirty="0" err="1">
                <a:latin typeface="Monospaced"/>
              </a:rPr>
              <a:t>calculate</a:t>
            </a:r>
            <a:r>
              <a:rPr lang="it-IT" sz="2000" dirty="0">
                <a:latin typeface="Monospaced"/>
              </a:rPr>
              <a:t>, </a:t>
            </a:r>
            <a:r>
              <a:rPr lang="it-IT" sz="2000" dirty="0" err="1">
                <a:latin typeface="Monospaced"/>
              </a:rPr>
              <a:t>then</a:t>
            </a:r>
            <a:r>
              <a:rPr lang="it-IT" sz="2000" dirty="0">
                <a:latin typeface="Monospaced"/>
              </a:rPr>
              <a:t>, the </a:t>
            </a:r>
            <a:r>
              <a:rPr lang="it-IT" sz="2000" dirty="0" err="1">
                <a:latin typeface="Monospaced"/>
              </a:rPr>
              <a:t>additional</a:t>
            </a:r>
            <a:r>
              <a:rPr lang="it-IT" sz="2000" dirty="0">
                <a:latin typeface="Monospaced"/>
              </a:rPr>
              <a:t> power for the turbine for </a:t>
            </a:r>
            <a:r>
              <a:rPr lang="it-IT" sz="2000" dirty="0" err="1">
                <a:latin typeface="Monospaced"/>
              </a:rPr>
              <a:t>this</a:t>
            </a:r>
            <a:r>
              <a:rPr lang="it-IT" sz="2000" dirty="0">
                <a:latin typeface="Monospaced"/>
              </a:rPr>
              <a:t> new  power </a:t>
            </a:r>
            <a:r>
              <a:rPr lang="it-IT" sz="2000" dirty="0" err="1">
                <a:latin typeface="Monospaced"/>
              </a:rPr>
              <a:t>coefficient</a:t>
            </a:r>
            <a:r>
              <a:rPr lang="it-IT" sz="2000" dirty="0">
                <a:latin typeface="Monospaced"/>
              </a:rPr>
              <a:t> </a:t>
            </a:r>
            <a:r>
              <a:rPr lang="it-IT" sz="2000" dirty="0" err="1">
                <a:latin typeface="Monospaced"/>
              </a:rPr>
              <a:t>as</a:t>
            </a:r>
            <a:r>
              <a:rPr lang="it-IT" sz="2000" dirty="0">
                <a:latin typeface="Monospaced"/>
              </a:rPr>
              <a:t> a </a:t>
            </a:r>
            <a:r>
              <a:rPr lang="it-IT" sz="2000" dirty="0" err="1">
                <a:latin typeface="Monospaced"/>
              </a:rPr>
              <a:t>percentage</a:t>
            </a:r>
            <a:endParaRPr lang="it-IT" sz="2000" dirty="0">
              <a:latin typeface="Monospaced"/>
            </a:endParaRPr>
          </a:p>
          <a:p>
            <a:pPr marL="0" indent="0">
              <a:buNone/>
            </a:pPr>
            <a:endParaRPr lang="it-IT" sz="2000" dirty="0">
              <a:latin typeface="Monospaced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8012359-E88C-0586-39CF-69B5ADBA3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72" y="4917693"/>
            <a:ext cx="9897856" cy="743054"/>
          </a:xfrm>
          <a:prstGeom prst="rect">
            <a:avLst/>
          </a:prstGeom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6F7060D6-E30F-D8B9-7DE1-AEBC2B293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5433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FC4AC-7ED6-ACF9-8559-4E646007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413B2-D733-6934-4A18-CCEFE1D76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1 – Design of a Baseline Torque Controller</a:t>
            </a:r>
            <a:endParaRPr lang="en-GB" sz="3800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99DF7BC0-6B4E-FC01-941F-68DDFE781760}"/>
              </a:ext>
            </a:extLst>
          </p:cNvPr>
          <p:cNvSpPr txBox="1">
            <a:spLocks/>
          </p:cNvSpPr>
          <p:nvPr/>
        </p:nvSpPr>
        <p:spPr>
          <a:xfrm>
            <a:off x="838200" y="1584692"/>
            <a:ext cx="10515600" cy="764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000" dirty="0"/>
              <a:t>d) </a:t>
            </a:r>
            <a:r>
              <a:rPr lang="it-IT" sz="2000" dirty="0" err="1"/>
              <a:t>Implementation</a:t>
            </a:r>
            <a:r>
              <a:rPr lang="it-IT" sz="2000" dirty="0"/>
              <a:t> of the </a:t>
            </a:r>
            <a:r>
              <a:rPr lang="it-IT" sz="2000" dirty="0" err="1"/>
              <a:t>function</a:t>
            </a:r>
            <a:r>
              <a:rPr lang="it-IT" sz="2000" dirty="0"/>
              <a:t> inside of the baseline controller inside of the </a:t>
            </a:r>
            <a:r>
              <a:rPr lang="it-IT" sz="2000" dirty="0" err="1"/>
              <a:t>Simulink</a:t>
            </a:r>
            <a:r>
              <a:rPr lang="it-IT" sz="2000" dirty="0"/>
              <a:t> </a:t>
            </a:r>
            <a:r>
              <a:rPr lang="it-IT" sz="2000" dirty="0" err="1"/>
              <a:t>structure</a:t>
            </a:r>
            <a:endParaRPr lang="it-IT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7006BA-D8A1-94F3-5B6A-3286E0A1A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69" y="2667463"/>
            <a:ext cx="3608811" cy="22034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759BD24-084B-72E6-FC2F-5252F52D2E95}"/>
              </a:ext>
            </a:extLst>
          </p:cNvPr>
          <p:cNvSpPr/>
          <p:nvPr/>
        </p:nvSpPr>
        <p:spPr>
          <a:xfrm>
            <a:off x="1222928" y="3429000"/>
            <a:ext cx="1071864" cy="1160585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FE6F24-9361-189D-F3DC-EDAB6E1ED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458" y="2588720"/>
            <a:ext cx="3586076" cy="2343376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40526FA-9961-ED2B-BCA8-B2EECC49DAD6}"/>
              </a:ext>
            </a:extLst>
          </p:cNvPr>
          <p:cNvSpPr/>
          <p:nvPr/>
        </p:nvSpPr>
        <p:spPr>
          <a:xfrm>
            <a:off x="3807077" y="3760408"/>
            <a:ext cx="940777" cy="34560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989B3C4-E700-D3E7-7D74-AECA184357A8}"/>
              </a:ext>
            </a:extLst>
          </p:cNvPr>
          <p:cNvSpPr/>
          <p:nvPr/>
        </p:nvSpPr>
        <p:spPr>
          <a:xfrm>
            <a:off x="7763438" y="3760408"/>
            <a:ext cx="940777" cy="34560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9F4EBA4-580E-9CA4-21DA-B23D88549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6638" y="2588720"/>
            <a:ext cx="3188193" cy="257360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AFDC3FA-3188-CEEF-7C4C-700222B78A6C}"/>
              </a:ext>
            </a:extLst>
          </p:cNvPr>
          <p:cNvSpPr/>
          <p:nvPr/>
        </p:nvSpPr>
        <p:spPr>
          <a:xfrm>
            <a:off x="6005147" y="2910255"/>
            <a:ext cx="1161788" cy="850153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14D13847-40F8-53BC-2DAA-ECB9D41A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CBE84831-418F-09CC-8AE1-7AD484DC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9C2340B-4B0F-4DED-BE4C-833C39BBA64E}" type="slidenum">
              <a:rPr lang="en-DE" smtClean="0"/>
              <a:t>6</a:t>
            </a:fld>
            <a:endParaRPr lang="en-DE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7B8FE055-906D-DD28-7D1E-38EE56E3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7978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BE1A2-67DE-5D69-B285-8EAAC83E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38F5-5E40-08B1-B92C-C423E3A8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1 – Design of a Baseline Torque Controller</a:t>
            </a:r>
            <a:endParaRPr lang="en-GB" sz="3800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115E864-91FB-98B0-C139-D03889A8FB7B}"/>
              </a:ext>
            </a:extLst>
          </p:cNvPr>
          <p:cNvSpPr txBox="1">
            <a:spLocks/>
          </p:cNvSpPr>
          <p:nvPr/>
        </p:nvSpPr>
        <p:spPr>
          <a:xfrm>
            <a:off x="838200" y="1584692"/>
            <a:ext cx="10515600" cy="764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000" dirty="0"/>
              <a:t>d) </a:t>
            </a:r>
            <a:r>
              <a:rPr lang="it-IT" sz="2000" dirty="0" err="1"/>
              <a:t>Implementation</a:t>
            </a:r>
            <a:r>
              <a:rPr lang="it-IT" sz="2000" dirty="0"/>
              <a:t> of the </a:t>
            </a:r>
            <a:r>
              <a:rPr lang="it-IT" sz="2000" dirty="0" err="1"/>
              <a:t>function</a:t>
            </a:r>
            <a:r>
              <a:rPr lang="it-IT" sz="2000" dirty="0"/>
              <a:t> inside of the baseline controller inside of the </a:t>
            </a:r>
            <a:r>
              <a:rPr lang="it-IT" sz="2000" dirty="0" err="1"/>
              <a:t>Simulink</a:t>
            </a:r>
            <a:r>
              <a:rPr lang="it-IT" sz="2000" dirty="0"/>
              <a:t> </a:t>
            </a:r>
            <a:r>
              <a:rPr lang="it-IT" sz="2000" dirty="0" err="1"/>
              <a:t>structure</a:t>
            </a:r>
            <a:endParaRPr lang="it-IT" sz="2000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001031B6-1B35-DCE2-ECE9-232F5370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5B4B041E-A183-69CB-9A73-D956B5B0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9C2340B-4B0F-4DED-BE4C-833C39BBA64E}" type="slidenum">
              <a:rPr lang="en-DE" smtClean="0"/>
              <a:t>7</a:t>
            </a:fld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A53EAC-9690-CC77-63F3-A03441FD1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001" y="2279705"/>
            <a:ext cx="4090767" cy="3740727"/>
          </a:xfrm>
          <a:prstGeom prst="rect">
            <a:avLst/>
          </a:prstGeom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D1C38F25-43FB-3B11-6260-9B9A1EDE0663}"/>
              </a:ext>
            </a:extLst>
          </p:cNvPr>
          <p:cNvSpPr/>
          <p:nvPr/>
        </p:nvSpPr>
        <p:spPr>
          <a:xfrm>
            <a:off x="7430971" y="5176314"/>
            <a:ext cx="79131" cy="2001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75FF5D-4462-F408-8790-5F17E00F8941}"/>
              </a:ext>
            </a:extLst>
          </p:cNvPr>
          <p:cNvSpPr txBox="1"/>
          <p:nvPr/>
        </p:nvSpPr>
        <p:spPr>
          <a:xfrm>
            <a:off x="7911616" y="3857176"/>
            <a:ext cx="2347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solidFill>
                  <a:srgbClr val="FF0000"/>
                </a:solidFill>
              </a:rPr>
              <a:t>Region</a:t>
            </a:r>
            <a:r>
              <a:rPr lang="it-IT" sz="1600" dirty="0">
                <a:solidFill>
                  <a:srgbClr val="FF0000"/>
                </a:solidFill>
              </a:rPr>
              <a:t> 3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598A1E78-653E-7D8B-5153-7810CCA22B69}"/>
              </a:ext>
            </a:extLst>
          </p:cNvPr>
          <p:cNvSpPr/>
          <p:nvPr/>
        </p:nvSpPr>
        <p:spPr>
          <a:xfrm>
            <a:off x="7435220" y="3916994"/>
            <a:ext cx="79131" cy="2001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8110CD-FC44-150A-7376-9344BEF58749}"/>
              </a:ext>
            </a:extLst>
          </p:cNvPr>
          <p:cNvSpPr txBox="1"/>
          <p:nvPr/>
        </p:nvSpPr>
        <p:spPr>
          <a:xfrm>
            <a:off x="7911616" y="5084195"/>
            <a:ext cx="2347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solidFill>
                  <a:srgbClr val="FF0000"/>
                </a:solidFill>
              </a:rPr>
              <a:t>Region</a:t>
            </a:r>
            <a:r>
              <a:rPr lang="it-IT" sz="1600" dirty="0">
                <a:solidFill>
                  <a:srgbClr val="FF0000"/>
                </a:solidFill>
              </a:rPr>
              <a:t> 1.5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92393E32-62B8-AC55-7DC6-71DE8743A87E}"/>
              </a:ext>
            </a:extLst>
          </p:cNvPr>
          <p:cNvSpPr/>
          <p:nvPr/>
        </p:nvSpPr>
        <p:spPr>
          <a:xfrm>
            <a:off x="7420713" y="4355272"/>
            <a:ext cx="79131" cy="2001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D4DA80-1832-B463-098E-9182D4187087}"/>
              </a:ext>
            </a:extLst>
          </p:cNvPr>
          <p:cNvSpPr txBox="1"/>
          <p:nvPr/>
        </p:nvSpPr>
        <p:spPr>
          <a:xfrm>
            <a:off x="7864722" y="4322651"/>
            <a:ext cx="2347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solidFill>
                  <a:srgbClr val="FF0000"/>
                </a:solidFill>
              </a:rPr>
              <a:t>Region</a:t>
            </a:r>
            <a:r>
              <a:rPr lang="it-IT" sz="1600" dirty="0">
                <a:solidFill>
                  <a:srgbClr val="FF0000"/>
                </a:solidFill>
              </a:rPr>
              <a:t> 2.5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1CB073E3-519F-4CC1-F8AB-BC75DD253C4B}"/>
              </a:ext>
            </a:extLst>
          </p:cNvPr>
          <p:cNvSpPr/>
          <p:nvPr/>
        </p:nvSpPr>
        <p:spPr>
          <a:xfrm>
            <a:off x="7420713" y="4792604"/>
            <a:ext cx="79131" cy="2001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79D8D9-4D4D-3E19-2C55-C83E644BE9AC}"/>
              </a:ext>
            </a:extLst>
          </p:cNvPr>
          <p:cNvSpPr txBox="1"/>
          <p:nvPr/>
        </p:nvSpPr>
        <p:spPr>
          <a:xfrm>
            <a:off x="7911616" y="4723400"/>
            <a:ext cx="2347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solidFill>
                  <a:srgbClr val="FF0000"/>
                </a:solidFill>
              </a:rPr>
              <a:t>Region</a:t>
            </a:r>
            <a:r>
              <a:rPr lang="it-IT" sz="1600" dirty="0">
                <a:solidFill>
                  <a:srgbClr val="FF0000"/>
                </a:solidFill>
              </a:rPr>
              <a:t> 2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526FCE02-C2D3-BC44-E00E-BE24C2552D89}"/>
              </a:ext>
            </a:extLst>
          </p:cNvPr>
          <p:cNvSpPr/>
          <p:nvPr/>
        </p:nvSpPr>
        <p:spPr>
          <a:xfrm>
            <a:off x="7420713" y="5496709"/>
            <a:ext cx="79131" cy="2001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A9127A-F7F5-1839-F455-BA5891DD79D2}"/>
              </a:ext>
            </a:extLst>
          </p:cNvPr>
          <p:cNvSpPr txBox="1"/>
          <p:nvPr/>
        </p:nvSpPr>
        <p:spPr>
          <a:xfrm>
            <a:off x="7927734" y="5404590"/>
            <a:ext cx="2347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solidFill>
                  <a:srgbClr val="FF0000"/>
                </a:solidFill>
              </a:rPr>
              <a:t>Region</a:t>
            </a:r>
            <a:r>
              <a:rPr lang="it-IT" sz="1600" dirty="0">
                <a:solidFill>
                  <a:srgbClr val="FF0000"/>
                </a:solidFill>
              </a:rPr>
              <a:t> 1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B4F524EF-A805-4DBD-45D4-9C469767D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0263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C94A-C94E-F70C-D48E-3DD924D0D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7EA08-1906-701C-84B1-FB56CAB3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8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1 – Design of a Baseline Torque Controller</a:t>
            </a:r>
            <a:endParaRPr lang="en-GB" sz="3800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10A27FA3-31C0-F509-47D9-AA895A9935B3}"/>
              </a:ext>
            </a:extLst>
          </p:cNvPr>
          <p:cNvSpPr txBox="1">
            <a:spLocks/>
          </p:cNvSpPr>
          <p:nvPr/>
        </p:nvSpPr>
        <p:spPr>
          <a:xfrm>
            <a:off x="784412" y="1546744"/>
            <a:ext cx="10515600" cy="506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000" b="1" dirty="0"/>
              <a:t>e) Does the torque controller </a:t>
            </a:r>
            <a:r>
              <a:rPr lang="en-GB" sz="2000" b="1" dirty="0" err="1"/>
              <a:t>fulfill</a:t>
            </a:r>
            <a:r>
              <a:rPr lang="en-GB" sz="2000" b="1" dirty="0"/>
              <a:t> the design goal?</a:t>
            </a:r>
            <a:endParaRPr lang="it-IT" sz="1600" b="1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6D5ECC42-957F-A39B-EE27-53D9BEC09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20B706B1-5C2F-8D95-F90F-85AFAB31B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9C2340B-4B0F-4DED-BE4C-833C39BBA64E}" type="slidenum">
              <a:rPr lang="en-DE" smtClean="0"/>
              <a:t>8</a:t>
            </a:fld>
            <a:endParaRPr lang="en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2DFB05-BFB6-8575-0F2F-ED991E51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33" y="2053065"/>
            <a:ext cx="5855675" cy="9207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72690A-C345-7B5E-7529-7F78006FE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11" y="3096943"/>
            <a:ext cx="5840561" cy="9207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472768-0FE8-7F8D-7EA3-29159F455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632" y="4145812"/>
            <a:ext cx="5855675" cy="9195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00CFA10-EF14-E8D7-12DF-C53B5CD805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632" y="5189689"/>
            <a:ext cx="5878830" cy="9575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E707B1E-5311-C876-9D60-302258B07CED}"/>
                  </a:ext>
                </a:extLst>
              </p:cNvPr>
              <p:cNvSpPr txBox="1"/>
              <p:nvPr/>
            </p:nvSpPr>
            <p:spPr>
              <a:xfrm>
                <a:off x="7217620" y="2722703"/>
                <a:ext cx="3921369" cy="2329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Design goals: </a:t>
                </a:r>
              </a:p>
              <a:p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The </a:t>
                </a:r>
                <a:r>
                  <a:rPr lang="it-IT" dirty="0" err="1"/>
                  <a:t>parameters</a:t>
                </a:r>
                <a:r>
                  <a:rPr lang="it-IT" dirty="0"/>
                  <a:t> are </a:t>
                </a:r>
                <a:r>
                  <a:rPr lang="it-IT" dirty="0" err="1"/>
                  <a:t>constant</a:t>
                </a:r>
                <a:r>
                  <a:rPr lang="it-IT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=8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</a:t>
                </a:r>
              </a:p>
              <a:p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The parameters adapt so that after the wind step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=9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the value of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tends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E707B1E-5311-C876-9D60-302258B07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620" y="2722703"/>
                <a:ext cx="3921369" cy="2329740"/>
              </a:xfrm>
              <a:prstGeom prst="rect">
                <a:avLst/>
              </a:prstGeom>
              <a:blipFill>
                <a:blip r:embed="rId6"/>
                <a:stretch>
                  <a:fillRect l="-1400" t="-1309" r="-933" b="-28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Graphic 30" descr="Tick with solid fill">
            <a:extLst>
              <a:ext uri="{FF2B5EF4-FFF2-40B4-BE49-F238E27FC236}">
                <a16:creationId xmlns:a16="http://schemas.microsoft.com/office/drawing/2014/main" id="{554BB4DC-983F-19B2-6825-D0F71AFE5E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46851" y="3410309"/>
            <a:ext cx="506321" cy="506321"/>
          </a:xfrm>
          <a:prstGeom prst="rect">
            <a:avLst/>
          </a:prstGeom>
        </p:spPr>
      </p:pic>
      <p:pic>
        <p:nvPicPr>
          <p:cNvPr id="32" name="Graphic 31" descr="Tick with solid fill">
            <a:extLst>
              <a:ext uri="{FF2B5EF4-FFF2-40B4-BE49-F238E27FC236}">
                <a16:creationId xmlns:a16="http://schemas.microsoft.com/office/drawing/2014/main" id="{97740336-5B3B-1F72-EB8F-E016BC7558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38989" y="4377008"/>
            <a:ext cx="506321" cy="506321"/>
          </a:xfrm>
          <a:prstGeom prst="rect">
            <a:avLst/>
          </a:prstGeom>
        </p:spPr>
      </p:pic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AF108CE8-1F97-3D19-668D-DD9A9FE4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5507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0B68-C6BD-E3F5-6593-A82EBA51B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39CF1-9E8B-D0B3-9510-0AF1A6AA9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444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2 – Test of a Baseline controller </a:t>
            </a:r>
            <a:endParaRPr lang="en-GB" sz="3800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80F8ADFD-317F-859B-23B6-71E56D732A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D496C03A-107B-6F73-7FC2-31A34AD9E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9C2340B-4B0F-4DED-BE4C-833C39BBA64E}" type="slidenum">
              <a:rPr lang="en-DE" smtClean="0"/>
              <a:t>9</a:t>
            </a:fld>
            <a:endParaRPr lang="en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2DEC2-68B9-E94C-F946-84845CA72ADD}"/>
              </a:ext>
            </a:extLst>
          </p:cNvPr>
          <p:cNvSpPr txBox="1"/>
          <p:nvPr/>
        </p:nvSpPr>
        <p:spPr>
          <a:xfrm>
            <a:off x="838200" y="1234742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a) </a:t>
            </a:r>
            <a:r>
              <a:rPr lang="it-IT" dirty="0" err="1"/>
              <a:t>Comparison</a:t>
            </a:r>
            <a:r>
              <a:rPr lang="it-IT" dirty="0"/>
              <a:t> with FAST: FAST </a:t>
            </a:r>
            <a:r>
              <a:rPr lang="it-IT" dirty="0" err="1"/>
              <a:t>implementation</a:t>
            </a:r>
            <a:r>
              <a:rPr lang="it-IT" dirty="0"/>
              <a:t> on MATLAB: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C3343-ABED-6AFC-0A62-9DE826629774}"/>
              </a:ext>
            </a:extLst>
          </p:cNvPr>
          <p:cNvSpPr txBox="1"/>
          <p:nvPr/>
        </p:nvSpPr>
        <p:spPr>
          <a:xfrm>
            <a:off x="838200" y="1661749"/>
            <a:ext cx="3569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Processing</a:t>
            </a:r>
            <a:endParaRPr lang="en-GB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BE1760-BF5B-1256-090E-12EA025B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12" y="2042339"/>
            <a:ext cx="6886188" cy="15366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A23360-4E17-E19F-25FD-2C46D20D9064}"/>
              </a:ext>
            </a:extLst>
          </p:cNvPr>
          <p:cNvSpPr txBox="1"/>
          <p:nvPr/>
        </p:nvSpPr>
        <p:spPr>
          <a:xfrm>
            <a:off x="838200" y="3590291"/>
            <a:ext cx="3569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Post Processing</a:t>
            </a:r>
            <a:endParaRPr lang="en-GB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FE9AE4-6758-04D6-BA88-009286A40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12" y="3959623"/>
            <a:ext cx="5236047" cy="1877956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9EF36E1-ECB6-CE92-7A8B-C884EB8F6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8897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503F2-6D9F-3DA0-6A69-F03F1B180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FDEB-63F6-F3A7-EDBC-0345DF9EC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694"/>
            <a:ext cx="8921262" cy="1325563"/>
          </a:xfrm>
        </p:spPr>
        <p:txBody>
          <a:bodyPr>
            <a:normAutofit/>
          </a:bodyPr>
          <a:lstStyle/>
          <a:p>
            <a:r>
              <a:rPr lang="it-IT" sz="3800" dirty="0"/>
              <a:t>2 – Test of a Baseline controller </a:t>
            </a:r>
            <a:endParaRPr lang="en-GB" sz="3800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5F254CC9-3B29-3CA5-D991-9994CB06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646A20A1-757E-2040-9358-CB5B9FEC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9C2340B-4B0F-4DED-BE4C-833C39BBA64E}" type="slidenum">
              <a:rPr lang="en-DE" smtClean="0"/>
              <a:t>10</a:t>
            </a:fld>
            <a:endParaRPr lang="en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97491-204B-98A8-3559-FE44DACA817C}"/>
              </a:ext>
            </a:extLst>
          </p:cNvPr>
          <p:cNvSpPr txBox="1"/>
          <p:nvPr/>
        </p:nvSpPr>
        <p:spPr>
          <a:xfrm>
            <a:off x="838200" y="1313872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b) </a:t>
            </a:r>
            <a:r>
              <a:rPr lang="it-IT" dirty="0" err="1"/>
              <a:t>Comparison</a:t>
            </a:r>
            <a:r>
              <a:rPr lang="it-IT" dirty="0"/>
              <a:t> with FAST: </a:t>
            </a:r>
            <a:r>
              <a:rPr lang="it-IT" dirty="0" err="1"/>
              <a:t>comparison</a:t>
            </a:r>
            <a:r>
              <a:rPr lang="it-IT" dirty="0"/>
              <a:t> with fast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DE7A01-FED3-AF07-2A03-60584C8A7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84" y="1876136"/>
            <a:ext cx="5891022" cy="8408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1100B0-D46A-F2CD-22F6-D534CC41E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84" y="2878019"/>
            <a:ext cx="5891022" cy="7550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ED87BA-92E6-FF78-B887-E0D95448C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054" y="3694824"/>
            <a:ext cx="5957081" cy="8408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73B0E0-A1AB-5D3B-E24A-A11F620D6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26" y="4764147"/>
            <a:ext cx="5957080" cy="94329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A4F95BC-175B-7FAD-42F7-6516B8B1FAE7}"/>
              </a:ext>
            </a:extLst>
          </p:cNvPr>
          <p:cNvSpPr txBox="1"/>
          <p:nvPr/>
        </p:nvSpPr>
        <p:spPr>
          <a:xfrm>
            <a:off x="6244738" y="2068340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i="0" u="none" strike="noStrike" baseline="0" dirty="0">
                <a:latin typeface="LMRoman10-Regular"/>
              </a:rPr>
              <a:t>How do model uncertainties impact the </a:t>
            </a:r>
            <a:r>
              <a:rPr lang="en-GB" sz="1800" b="1" i="0" u="none" strike="noStrike" baseline="0" dirty="0" err="1">
                <a:latin typeface="LMRoman10-Regular"/>
              </a:rPr>
              <a:t>behavior</a:t>
            </a:r>
            <a:r>
              <a:rPr lang="en-GB" sz="1800" b="1" i="0" u="none" strike="noStrike" baseline="0" dirty="0">
                <a:latin typeface="LMRoman10-Regular"/>
              </a:rPr>
              <a:t>?</a:t>
            </a:r>
            <a:endParaRPr lang="en-GB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AE8BC1-EE95-F0B6-1C92-01CADDCECAEC}"/>
              </a:ext>
            </a:extLst>
          </p:cNvPr>
          <p:cNvSpPr txBox="1"/>
          <p:nvPr/>
        </p:nvSpPr>
        <p:spPr>
          <a:xfrm>
            <a:off x="6838275" y="2437823"/>
            <a:ext cx="45485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The </a:t>
            </a:r>
            <a:r>
              <a:rPr lang="it-IT" dirty="0" err="1"/>
              <a:t>initial</a:t>
            </a:r>
            <a:r>
              <a:rPr lang="it-IT" dirty="0"/>
              <a:t> </a:t>
            </a:r>
            <a:r>
              <a:rPr lang="it-IT" dirty="0" err="1"/>
              <a:t>oscillations</a:t>
            </a:r>
            <a:r>
              <a:rPr lang="it-IT" dirty="0"/>
              <a:t> for the FAST model are </a:t>
            </a:r>
            <a:r>
              <a:rPr lang="it-IT" dirty="0" err="1"/>
              <a:t>probably</a:t>
            </a:r>
            <a:r>
              <a:rPr lang="it-IT" dirty="0"/>
              <a:t> due to the </a:t>
            </a:r>
            <a:r>
              <a:rPr lang="it-IT" dirty="0" err="1"/>
              <a:t>adaptation</a:t>
            </a:r>
            <a:r>
              <a:rPr lang="it-IT" dirty="0"/>
              <a:t> of the model to the wind </a:t>
            </a:r>
            <a:r>
              <a:rPr lang="it-IT" dirty="0" err="1"/>
              <a:t>characteristics</a:t>
            </a:r>
            <a:r>
              <a:rPr lang="it-IT" dirty="0"/>
              <a:t> </a:t>
            </a:r>
            <a:r>
              <a:rPr lang="it-IT" dirty="0" err="1"/>
              <a:t>but</a:t>
            </a:r>
            <a:r>
              <a:rPr lang="it-IT" dirty="0"/>
              <a:t> for the </a:t>
            </a:r>
            <a:r>
              <a:rPr lang="it-IT" dirty="0" err="1"/>
              <a:t>rest</a:t>
            </a:r>
            <a:r>
              <a:rPr lang="it-IT" dirty="0"/>
              <a:t> the </a:t>
            </a:r>
            <a:r>
              <a:rPr lang="it-IT" dirty="0" err="1"/>
              <a:t>two</a:t>
            </a:r>
            <a:r>
              <a:rPr lang="it-IT" dirty="0"/>
              <a:t> models are following </a:t>
            </a:r>
            <a:r>
              <a:rPr lang="it-IT" dirty="0" err="1"/>
              <a:t>almost</a:t>
            </a:r>
            <a:r>
              <a:rPr lang="it-IT" dirty="0"/>
              <a:t> the </a:t>
            </a:r>
            <a:r>
              <a:rPr lang="it-IT" dirty="0" err="1"/>
              <a:t>same</a:t>
            </a:r>
            <a:r>
              <a:rPr lang="it-IT" dirty="0"/>
              <a:t> trend.</a:t>
            </a:r>
          </a:p>
          <a:p>
            <a:r>
              <a:rPr lang="it-IT" dirty="0"/>
              <a:t>The </a:t>
            </a:r>
            <a:r>
              <a:rPr lang="it-IT" dirty="0" err="1"/>
              <a:t>only</a:t>
            </a:r>
            <a:r>
              <a:rPr lang="it-IT" dirty="0"/>
              <a:t> part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changes</a:t>
            </a:r>
            <a:r>
              <a:rPr lang="it-IT" dirty="0"/>
              <a:t> and, for </a:t>
            </a:r>
            <a:r>
              <a:rPr lang="it-IT" dirty="0" err="1"/>
              <a:t>which</a:t>
            </a:r>
            <a:r>
              <a:rPr lang="it-IT" dirty="0"/>
              <a:t>, the </a:t>
            </a:r>
            <a:r>
              <a:rPr lang="it-IT" dirty="0" err="1"/>
              <a:t>adaptation</a:t>
            </a:r>
            <a:r>
              <a:rPr lang="it-IT" dirty="0"/>
              <a:t> by FAST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smooth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the one for SLOW (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simplified</a:t>
            </a:r>
            <a:r>
              <a:rPr lang="it-IT" dirty="0"/>
              <a:t>) </a:t>
            </a:r>
            <a:r>
              <a:rPr lang="it-IT" dirty="0" err="1"/>
              <a:t>is</a:t>
            </a:r>
            <a:r>
              <a:rPr lang="it-IT" dirty="0"/>
              <a:t> the time </a:t>
            </a:r>
            <a:r>
              <a:rPr lang="it-IT" dirty="0" err="1"/>
              <a:t>period</a:t>
            </a:r>
            <a:r>
              <a:rPr lang="it-IT" dirty="0"/>
              <a:t> after the time step.</a:t>
            </a:r>
          </a:p>
          <a:p>
            <a:r>
              <a:rPr lang="it-IT" dirty="0" err="1"/>
              <a:t>It</a:t>
            </a:r>
            <a:r>
              <a:rPr lang="it-IT" dirty="0"/>
              <a:t> takes a </a:t>
            </a:r>
            <a:r>
              <a:rPr lang="it-IT" dirty="0" err="1"/>
              <a:t>few</a:t>
            </a:r>
            <a:r>
              <a:rPr lang="it-IT" dirty="0"/>
              <a:t> seconds for the FAST model to </a:t>
            </a:r>
            <a:r>
              <a:rPr lang="it-IT" dirty="0" err="1"/>
              <a:t>adapt</a:t>
            </a:r>
            <a:r>
              <a:rPr lang="it-IT" dirty="0"/>
              <a:t> to the SLOW </a:t>
            </a:r>
            <a:r>
              <a:rPr lang="it-IT" dirty="0" err="1"/>
              <a:t>smooth</a:t>
            </a:r>
            <a:r>
              <a:rPr lang="it-IT" dirty="0"/>
              <a:t> curve</a:t>
            </a:r>
            <a:endParaRPr lang="en-GB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369E6933-52A5-30A4-7D3F-7B0220E45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56349"/>
            <a:ext cx="6629400" cy="365125"/>
          </a:xfrm>
        </p:spPr>
        <p:txBody>
          <a:bodyPr/>
          <a:lstStyle/>
          <a:p>
            <a:r>
              <a:rPr lang="en-DE" dirty="0"/>
              <a:t>Group 3:</a:t>
            </a:r>
            <a:r>
              <a:rPr lang="it-IT" dirty="0"/>
              <a:t> Federico De Mita, </a:t>
            </a:r>
            <a:r>
              <a:rPr lang="it-IT" dirty="0" err="1"/>
              <a:t>Waqas</a:t>
            </a:r>
            <a:r>
              <a:rPr lang="it-IT" dirty="0"/>
              <a:t> Ahmed, Dominic </a:t>
            </a:r>
            <a:r>
              <a:rPr lang="it-IT" dirty="0" err="1"/>
              <a:t>Annang</a:t>
            </a:r>
            <a:r>
              <a:rPr lang="it-IT" dirty="0"/>
              <a:t>, Hesham </a:t>
            </a:r>
            <a:r>
              <a:rPr lang="it-IT" dirty="0" err="1"/>
              <a:t>Magdy</a:t>
            </a:r>
            <a:r>
              <a:rPr lang="it-IT" dirty="0"/>
              <a:t>, </a:t>
            </a:r>
            <a:r>
              <a:rPr lang="it-IT" dirty="0" err="1"/>
              <a:t>Muthu</a:t>
            </a:r>
            <a:r>
              <a:rPr lang="it-IT" dirty="0"/>
              <a:t> </a:t>
            </a:r>
            <a:r>
              <a:rPr lang="it-IT" dirty="0" err="1"/>
              <a:t>Sivamuthu</a:t>
            </a:r>
            <a:r>
              <a:rPr lang="it-IT" dirty="0"/>
              <a:t> </a:t>
            </a:r>
            <a:r>
              <a:rPr lang="en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2274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DA6B810F4591A4CB58934AE84F23F77" ma:contentTypeVersion="1" ma:contentTypeDescription="Ein neues Dokument erstellen." ma:contentTypeScope="" ma:versionID="fafb7c855b2265bf33525f9980553f70">
  <xsd:schema xmlns:xsd="http://www.w3.org/2001/XMLSchema" xmlns:xs="http://www.w3.org/2001/XMLSchema" xmlns:p="http://schemas.microsoft.com/office/2006/metadata/properties" xmlns:ns3="1bb79e81-dc70-43c8-bec3-325dabe99c04" targetNamespace="http://schemas.microsoft.com/office/2006/metadata/properties" ma:root="true" ma:fieldsID="c1ad8fcfdd7c19050b605011e7904b27" ns3:_="">
    <xsd:import namespace="1bb79e81-dc70-43c8-bec3-325dabe99c0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79e81-dc70-43c8-bec3-325dabe99c0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175621-CD6C-497F-BE7E-1534DFF69F2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1bb79e81-dc70-43c8-bec3-325dabe99c04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B082335-6F20-40E3-8A6B-9F6FEFBF4E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b79e81-dc70-43c8-bec3-325dabe99c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224771-1E3B-4C32-AF2C-191D6D02C4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701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Cambria</vt:lpstr>
      <vt:lpstr>Cambria Math</vt:lpstr>
      <vt:lpstr>LMRoman10-Regular</vt:lpstr>
      <vt:lpstr>Monospaced</vt:lpstr>
      <vt:lpstr>Office Theme</vt:lpstr>
      <vt:lpstr>Controller design</vt:lpstr>
      <vt:lpstr>1 – Design of a Baseline Torque Controller</vt:lpstr>
      <vt:lpstr>1 – Design of a Baseline Torque Controller</vt:lpstr>
      <vt:lpstr>1 – Design of a Baseline Torque Controller</vt:lpstr>
      <vt:lpstr>1 – Design of a Baseline Torque Controller</vt:lpstr>
      <vt:lpstr>1 – Design of a Baseline Torque Controller</vt:lpstr>
      <vt:lpstr>1 – Design of a Baseline Torque Controller</vt:lpstr>
      <vt:lpstr>1 – Design of a Baseline Torque Controller</vt:lpstr>
      <vt:lpstr>2 – Test of a Baseline controller </vt:lpstr>
      <vt:lpstr>2 – Test of a Baseline controller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WAQAS AHMED</dc:creator>
  <cp:lastModifiedBy>Federico De Mita</cp:lastModifiedBy>
  <cp:revision>2</cp:revision>
  <dcterms:created xsi:type="dcterms:W3CDTF">2025-10-11T09:10:44Z</dcterms:created>
  <dcterms:modified xsi:type="dcterms:W3CDTF">2025-10-11T11:11:16Z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0x0101004DA6B810F4591A4CB58934AE84F23F77</vt:lpwstr>
  </property>
</Properties>
</file>