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58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A8FC1-0418-4C52-B852-F65FF6F71283}" v="32" dt="2025-10-11T09:24:03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97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3B95F8-C010-1AE1-BBC7-5B486F732B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32E46-4BB1-8C41-C789-B421F5B155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A794-7286-4695-8684-5349FD16D5BC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3447C-5B32-0A81-21A6-FB0FB82B09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E9CF5-E5AD-1579-8D31-791CB9D847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590F4-D9B5-4F6C-B1CB-2BE3552E60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9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81D95-1C61-407D-9594-99A9829EEA40}" type="datetimeFigureOut">
              <a:rPr lang="en-GB" smtClean="0"/>
              <a:t>11/10/2025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F8113-B5B8-4439-8A06-D34CE86340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03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2962-E753-6BA8-FF36-8BF3C43A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31E0C-D5DC-9B6D-5477-52CB55690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002F-ACFD-6479-CFA7-7E2A05F7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0DDC6-5BDC-4C30-98F9-74F9AA818D0A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0B3C-F5BF-F2DE-292B-24ADB070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B79F4-E8B6-D9BD-E6CB-45029DEC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519A29-C083-15A4-EE8E-02A5114BD08C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0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0086-D65D-0F0B-817B-183F8435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7DAB-EE95-2013-3FA0-62BB0D59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4F56-E463-A23C-5ADE-C7D5F1AE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62D6-EE07-404C-A186-889D29CA3091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9F11A-6B1B-85E6-8614-280743E9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C87A-1275-9E35-2E13-6853F5E8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28DC3C-04F7-3C74-47F3-AA21447A8E87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65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17D7-B820-C34D-1059-2FFB2272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A81C-F182-0E37-7715-40BBC48E6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8A509-46D9-B6A4-108C-FCE794B3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1E6C7-3888-4FA4-9BA6-16D991C40D3B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EFDA-658F-0696-C9C3-4002EDF3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CAEA-1ED9-9DD8-655B-AA0BD398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DC21A5-2726-8E73-341F-F50BF6180206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8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19B4-18A9-3B40-B993-A1984EBA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F3056-F0E4-C3CE-F8E4-67030B62A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9BAC-0FC6-82E7-5935-E23EC6C0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CC21A-F0B1-541A-8E5F-2A392903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EF22-530E-434E-8E26-D4B801879EE5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2D07F-212D-D9E1-F610-A43C9B80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58854-DD17-8503-B219-44DB1A6F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38869-7EAF-C96B-34B8-D15AD6BFFB0E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80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29BA-7A7B-0CB6-77DB-7263CD75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BC4A1-9A5C-EA7E-4379-C3F2C8AA7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B61E-1674-5591-393E-371800FDD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C326D-B6D2-E517-2DA4-2F6B500D6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5BCE-E6DD-C3E0-D1A0-3C806F50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2D387-6992-07F7-F8F1-C83AD976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27E6-61A6-4EC6-A859-5D5FE0DCD202}" type="datetime1">
              <a:rPr lang="LID4096" smtClean="0"/>
              <a:t>10/11/2025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36F7C-C549-ADCA-617D-9CAC082D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2AB32-953F-2681-98BD-9546F422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D92BC-B15D-D0EB-928A-0F89AA8A9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FC3A-5575-AB7C-7812-2982F496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F16E7-ECB9-8504-0DD8-3DC22F0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17BA-F67A-48D3-9AB9-1892FB53DA93}" type="datetime1">
              <a:rPr lang="LID4096" smtClean="0"/>
              <a:t>10/11/2025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2B695-80FA-EE67-05E3-2DB98C56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C6A54-32CA-FE77-D189-BD6E383A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15E13D-0694-5CFC-8778-9B98275D22EB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99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8DF03-22EF-7CA6-0CBE-DF746EA2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00EA-3E62-40BB-8BC4-D95CE08ADD3D}" type="datetime1">
              <a:rPr lang="LID4096" smtClean="0"/>
              <a:t>10/11/2025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C5596-7B20-267C-89F1-793C5720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0ED65-3899-CB71-A18E-E9A6C324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C07FE5-AFB6-D790-0FCF-3841CAF4E100}"/>
              </a:ext>
            </a:extLst>
          </p:cNvPr>
          <p:cNvCxnSpPr>
            <a:cxnSpLocks/>
          </p:cNvCxnSpPr>
          <p:nvPr userDrawn="1"/>
        </p:nvCxnSpPr>
        <p:spPr>
          <a:xfrm flipH="1">
            <a:off x="477795" y="6268995"/>
            <a:ext cx="1117050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9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9907-E5BF-6D30-9429-E2BFBC79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8563-18D2-3688-688A-ADB0183B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4DA0B-B347-4B25-D4B3-8C665C1E1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42A1-DB06-4A9F-1A3E-1D4D0655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6E73-7337-44F1-AA36-B0E3F8A3B4C4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C19BA-B4D0-0C87-2482-C9479129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0F02-AD03-002C-6B19-0B90304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501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9A77-A8D6-FEB6-E9FA-8A364AB6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CB1BC-016E-AFB5-EEBB-FA6BA810E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96D80-7379-C27A-ACD8-D82810C5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06174-7916-51F7-62AD-12C5D2DE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D2DEE-C8B1-453C-AF05-9B3BCCEA57F2}" type="datetime1">
              <a:rPr lang="LID4096" smtClean="0"/>
              <a:t>10/11/2025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4122F-6B51-77A2-CBD1-F495AB05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CCE9B-74A6-E5AD-2940-F4E1EAB3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274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5F1A-D5C7-59CE-65CE-1AE1EEEE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4E51D-3B33-5B53-17F7-EB1B750C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24709-27B4-3D97-2B80-B3D8F47A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902D-3BD4-4E6E-9575-6A90A080DD73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DB856-BD13-300D-0EB9-008FFDA2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4A13F-5665-F53F-DBB8-7F45D680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058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B4948-E984-009A-43F1-937A546DE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5881A-DA8B-0888-3E03-1530EF7BB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F83A-8A48-2578-ADDF-EE7CD9D5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9473-CBD0-468C-BC27-FD94E9807EC4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8181A-1310-84C7-05C3-30F1B285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07DBA-3E57-0507-983F-57A564AC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163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CC68E-F674-9F4A-F717-4ED71DA6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Exercise Number 1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FD8DE-DE09-9E05-48B7-7121EAFE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35CC-DACC-A3FB-79A0-67E153F09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EBA61-CB71-4CD7-B4F9-2538B5A908E0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E77-4498-E647-0A2D-3DD475B8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DE"/>
              <a:t>Group 3: group members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D7A62-8064-1B2D-3CA9-BAF520E9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pic>
        <p:nvPicPr>
          <p:cNvPr id="8" name="Picture 7" descr="A colorful squares with text&#10;&#10;AI-generated content may be incorrect.">
            <a:extLst>
              <a:ext uri="{FF2B5EF4-FFF2-40B4-BE49-F238E27FC236}">
                <a16:creationId xmlns:a16="http://schemas.microsoft.com/office/drawing/2014/main" id="{9489025A-229B-3639-223C-C10F2CD4041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259" y="365125"/>
            <a:ext cx="1698445" cy="112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1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0EAC-756A-60B6-38CA-FEA221960A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6B3A-051D-D11E-4616-09A53BDD1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1C7DF-E769-199A-7202-90CD1135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DF86-521C-4C1B-AD7C-7AA46D312C62}" type="datetime1">
              <a:rPr lang="LID4096" smtClean="0"/>
              <a:t>10/11/2025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F91B6-526A-391E-8A13-F0DE0ACC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Group 3: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86A1C-5B8D-4356-0704-541B7780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101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DEA6-2080-9454-4C88-3D73514C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31622-D8E8-5E2D-C979-9BCECE25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17BA-F67A-48D3-9AB9-1892FB53DA93}" type="datetime1">
              <a:rPr lang="LID4096" smtClean="0"/>
              <a:t>10/11/2025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FFA2B-C227-3D9B-8B9E-F03AAF31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Group 3: group members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9200E-D4BA-8F78-6CD7-F87BAA10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2340B-4B0F-4DED-BE4C-833C39BBA64E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1734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DA6B810F4591A4CB58934AE84F23F77" ma:contentTypeVersion="1" ma:contentTypeDescription="Ein neues Dokument erstellen." ma:contentTypeScope="" ma:versionID="fafb7c855b2265bf33525f9980553f70">
  <xsd:schema xmlns:xsd="http://www.w3.org/2001/XMLSchema" xmlns:xs="http://www.w3.org/2001/XMLSchema" xmlns:p="http://schemas.microsoft.com/office/2006/metadata/properties" xmlns:ns3="1bb79e81-dc70-43c8-bec3-325dabe99c04" targetNamespace="http://schemas.microsoft.com/office/2006/metadata/properties" ma:root="true" ma:fieldsID="c1ad8fcfdd7c19050b605011e7904b27" ns3:_="">
    <xsd:import namespace="1bb79e81-dc70-43c8-bec3-325dabe99c0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79e81-dc70-43c8-bec3-325dabe99c0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224771-1E3B-4C32-AF2C-191D6D02C4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082335-6F20-40E3-8A6B-9F6FEFBF4E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b79e81-dc70-43c8-bec3-325dabe99c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175621-CD6C-497F-BE7E-1534DFF69F2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1bb79e81-dc70-43c8-bec3-325dabe99c04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WAQAS AHMED</dc:creator>
  <cp:lastModifiedBy>Federico De Mita</cp:lastModifiedBy>
  <cp:revision>2</cp:revision>
  <dcterms:created xsi:type="dcterms:W3CDTF">2025-10-11T09:10:44Z</dcterms:created>
  <dcterms:modified xsi:type="dcterms:W3CDTF">2025-10-11T09:24:03Z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0x0101004DA6B810F4591A4CB58934AE84F23F77</vt:lpwstr>
  </property>
</Properties>
</file>